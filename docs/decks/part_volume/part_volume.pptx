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Volume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solid's volume to a variable, as a plain number in mm^3 -- typically the result Iterative Solve drives.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Volume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 and later features read variables. Part Volume turns one part's volume into one: evaluated precisely, stored as a unitless number of mm^3, and printed to the console.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Iterative Solve by a part's volume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volume in a variable or table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solvers\img\fig01_sec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15317"/>
            <a:ext cx="4206240" cy="213572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value can be Iterative Solve's result variable.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Volume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solid.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name to set (not checked: an empty name is not caught).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Volume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Unitless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a number of mm^3, not a volume with units.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solid only; no description or messages.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Volume  ·  solvers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solvers (3cf445f157b6a28aa1d35fcf; named 'Stray_Weight_Concept_1' in Onshape)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Part_Vol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docs/explainers/solvers/solvers_explained.md, section 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Solve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Volume</dc:title>
  <dc:subject>PptxGenJS Presentation</dc:subject>
  <dc:creator>FeatureScript docs</dc:creator>
  <cp:lastModifiedBy>FeatureScript docs</cp:lastModifiedBy>
  <cp:revision>1</cp:revision>
  <dcterms:created xsi:type="dcterms:W3CDTF">2026-09-26T19:32:46Z</dcterms:created>
  <dcterms:modified xsi:type="dcterms:W3CDTF">2026-09-26T19:32:46Z</dcterms:modified>
</cp:coreProperties>
</file>