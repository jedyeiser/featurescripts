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5_0.xml" ContentType="application/vnd.ms-powerpoint.comments+xml"/>
  <Override PartName="/ppt/notesSlides/notesSlide7.xml" ContentType="application/vnd.openxmlformats-officedocument.presentationml.notesSlide+xml"/>
  <Override PartName="/ppt/comments/modernComment_106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4BEBF2-5FA9-427E-CACB-F3CBBB87ADB1}" name="Jed Yeiser" initials="JY" userId="S::Jed.Yeiser@elevate-oc.com::99977b71-95cb-4de9-b913-ab7f0dc3d1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3E7CA9-9D4F-4D34-A236-4283092F22AE}" authorId="{724BEBF2-5FA9-427E-CACB-F3CBBB87ADB1}" created="2026-09-26T01:34:05.124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Text interference that needs to be resolved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921B5A-9467-4F00-B78F-81BBF31AEEF0}" authorId="{724BEBF2-5FA9-427E-CACB-F3CBBB87ADB1}" created="2026-09-26T01:34:35.9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1"/>
      <ac:graphicFrameMk id="8" creationId="{00000000-0000-0000-0000-000000000000}"/>
    </ac:deMkLst>
    <p188:txBody>
      <a:bodyPr/>
      <a:lstStyle/>
      <a:p>
        <a:r>
          <a:rPr lang="en-US"/>
          <a:t>Where are each of these fields in the image? Point to them. 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4821E4-55AD-48F4-B02A-617247C33E0E}" authorId="{724BEBF2-5FA9-427E-CACB-F3CBBB87ADB1}" created="2026-09-26T01:36:03.1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picMk id="9" creationId="{00000000-0000-0000-0000-000000000000}"/>
    </ac:deMkLst>
    <p188:txBody>
      <a:bodyPr/>
      <a:lstStyle/>
      <a:p>
        <a:r>
          <a:rPr lang="en-US"/>
          <a:t>Need to show that only the middle is being kept in this picture. - it’s not clear</a:t>
        </a:r>
      </a:p>
    </p188:txBody>
  </p188:cm>
  <p188:cm id="{E318B43F-970B-492B-8E44-DC11545D8C7A}" authorId="{724BEBF2-5FA9-427E-CACB-F3CBBB87ADB1}" created="2026-09-26T01:36:42.6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picMk id="11" creationId="{00000000-0000-0000-0000-000000000000}"/>
    </ac:deMkLst>
    <p188:txBody>
      <a:bodyPr/>
      <a:lstStyle/>
      <a:p>
        <a:r>
          <a:rPr lang="en-US"/>
          <a:t>Needs better clarity. I still don’t really understand what’s going on here.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953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parts, surfaces, curves or faces with several tools. Optionally supply reference geometry from which we can establish a more stable definition of which side of the geometry to split we intend to keep or remove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Reference_Side_Features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Split keeps "front" or "back" of one tool. That choice is tied to the tool's normal, which flips whenever an upstream loft, offset, mirror or sketch changes. Split+ splits by many tools at once and names the side to keep with geometry: a reference that lies on that side.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 must be cut by several planes or surfaces in one step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one side, and the tools' normals may change upstream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features need the pieces by position: start, middle, end</a:t>
            </a:r>
            <a:endParaRPr lang="en-US" sz="1250" dirty="0"/>
          </a:p>
        </p:txBody>
      </p:sp>
      <p:pic>
        <p:nvPicPr>
          <p:cNvPr id="10" name="Image 1" descr="C:\Users\jed.yeiser\documents\featurescripts\docs\decks\split_plus\shots\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191" y="960120"/>
            <a:ext cx="4066978" cy="3246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open on a ski topsheet: the targets and tools highlight; Station A and B are the tools.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side is decided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2_signed_dis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54" y="914400"/>
            <a:ext cx="7757092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distance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tool: s = (P - C) . n at the closest point. s &gt; 0: the reference is in front of the tool.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keeps the reference's side (box on) or the other side (box off). What survives is on the reference's side of every tool.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the built-in: on = each tool's front, off = its back.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named by position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3_split_reg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56" y="914400"/>
            <a:ext cx="767028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in order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tool: near / far (or front / back). 2 tools: start, middle, end. 3+: start, middle1..N-1, end.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never matters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'Forward' for each tool is the side the next tool is 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made as asked; region keys are published empty, with an info notice.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88" y="914400"/>
            <a:ext cx="2498785" cy="36118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910895"/>
              </p:ext>
            </p:extLst>
          </p:nvPr>
        </p:nvGraphicFramePr>
        <p:xfrm>
          <a:off x="3337560" y="914400"/>
          <a:ext cx="5349240" cy="2926080"/>
        </p:xfrm>
        <a:graphic>
          <a:graphicData uri="http://schemas.openxmlformats.org/drawingml/2006/table">
            <a:tbl>
              <a:tblPr/>
              <a:tblGrid>
                <a:gridCol w="160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split whole bodies. </a:t>
                      </a: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</a:t>
                      </a: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split only the picked faces; nothing is removed.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Parts, surfaces, or curves to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(Part) The targets. Every target is split by every tool.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Faces to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(Face) The faces to split.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 to split with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Surfaces, faces, planes or mate connectors, in pick order. Pick them in order along the 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sheet-body tools after the split.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to face boundaries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(Part) A single-face tool cuts only within its boundary, as the built-in.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both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(Part, default on) Off: keep one side per tool.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on one side of the tools. Face split: only names near / far.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88" y="914400"/>
            <a:ext cx="2498785" cy="36118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914400"/>
          <a:ext cx="5349240" cy="868680"/>
        </p:xfrm>
        <a:graphic>
          <a:graphicData uri="http://schemas.openxmlformats.org/drawingml/2006/table">
            <a:tbl>
              <a:tblPr/>
              <a:tblGrid>
                <a:gridCol w="160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side nearest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(Part, one side) On: the reference's side of each tool. Off: the other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&gt; Print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side of each tool the reference is on, and what was kept.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regions_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41042"/>
            <a:ext cx="2590800" cy="4955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154680"/>
            <a:ext cx="259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Topsheet into three regions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Station A (x 300) and B (x 1500), keep both sides. Published: start x -19..300, middle 300..1500, end 1500..1799, and one edge per cut.</a:t>
            </a:r>
            <a:endParaRPr lang="en-US" sz="1100" dirty="0"/>
          </a:p>
        </p:txBody>
      </p:sp>
      <p:pic>
        <p:nvPicPr>
          <p:cNvPr id="9" name="Image 2" descr="C:\Users\jed.yeiser\documents\featurescripts\docs\decks\split_plus\shots\volu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954877"/>
            <a:ext cx="2590800" cy="20678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276600" y="3154680"/>
            <a:ext cx="259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between two stations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VOLUME_STD split at A and B with Keep both sides off and the reference at Mid (x 900): only the middle survives, whatever the planes' normals.</a:t>
            </a:r>
            <a:endParaRPr lang="en-US" sz="1100" dirty="0"/>
          </a:p>
        </p:txBody>
      </p:sp>
      <p:pic>
        <p:nvPicPr>
          <p:cNvPr id="11" name="Image 3" descr="C:\Users\jed.yeiser\documents\featurescripts\docs\decks\split_plus\shots\fa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954877"/>
            <a:ext cx="2590800" cy="206788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096000" y="3154680"/>
            <a:ext cx="259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SW_SHELF faces split at A and B (Face type): nothing is removed; the faces come out as start / middle / end regions (4 / 9 / 4 faces).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548324"/>
              </p:ext>
            </p:extLst>
          </p:nvPr>
        </p:nvGraphicFramePr>
        <p:xfrm>
          <a:off x="457200" y="1188720"/>
          <a:ext cx="3886200" cy="256794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resulting pieces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/ far, start / middle* / 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pieces of each region </a:t>
                      </a:r>
                      <a:r>
                        <a:rPr lang="en-US" sz="950" dirty="0">
                          <a:solidFill>
                            <a:srgbClr val="E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{FOR ALL ENTITY TYPES??}</a:t>
                      </a:r>
                      <a:endParaRPr lang="en-US" sz="950" dirty="0">
                        <a:solidFill>
                          <a:srgbClr val="EE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&lt;region&gt;Edges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edges except the cuts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/ 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+ end / every middle region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cut, ONE edge per cut </a:t>
                      </a:r>
                      <a:r>
                        <a:rPr lang="en-US" sz="950" dirty="0">
                          <a:solidFill>
                            <a:srgbClr val="E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{EDGES THAT GET CUT (one input edge is two split edges), or the intersection edges of our split tool and target?}</a:t>
                      </a:r>
                      <a:endParaRPr lang="en-US" sz="950" dirty="0">
                        <a:solidFill>
                          <a:srgbClr val="EE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cut, startCut / endCut, cut1..N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cut made by each tool </a:t>
                      </a:r>
                      <a:r>
                        <a:rPr lang="en-US" sz="950" dirty="0">
                          <a:solidFill>
                            <a:srgbClr val="E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</a:t>
                      </a:r>
                      <a:r>
                        <a:rPr lang="en-US" sz="950" dirty="0" err="1">
                          <a:solidFill>
                            <a:srgbClr val="E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qSplitBy</a:t>
                      </a:r>
                      <a:r>
                        <a:rPr lang="en-US" sz="950" dirty="0">
                          <a:solidFill>
                            <a:srgbClr val="E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What do these actually provide?}</a:t>
                      </a:r>
                      <a:endParaRPr lang="en-US" sz="950" dirty="0">
                        <a:solidFill>
                          <a:srgbClr val="EE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caps the split created on solids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pieceCount, regionCount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1684020"/>
        </p:xfrm>
        <a:graphic>
          <a:graphicData uri="http://schemas.openxmlformats.org/drawingml/2006/table">
            <a:tbl>
              <a:tblPr/>
              <a:tblGrid>
                <a:gridCol w="813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is also a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it only once.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keep side reference lies on tool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reference clearly to one side.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is left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 of the targets is on the kept side of every tool.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done; regions not published: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cross, or were picked out of order. The split itself is fine.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local reference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 connector or vertex inside the region to keep. A far plane can read the wrong side where the part curves.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along the part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names follow pick order.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regions, not indices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can publish 'middle' or 'startCut'; those names survive changes upstream.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tools are not offered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 rule needs a surface. Use the built-in Split for projected edges.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placement uses one point per piece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strongly curved piece is placed by its centroid (faces: nearest point on the face). </a:t>
            </a:r>
            <a:r>
              <a:rPr lang="en-US" sz="110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{I DON’T UNDERSTAND THIS}</a:t>
            </a:r>
            <a:endParaRPr lang="en-US" sz="1100" dirty="0">
              <a:solidFill>
                <a:srgbClr val="EE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Reference_Side_Features (22764764a00a7f607dbc1c4d)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split_plus  (uses reference_side_utils)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side tests studio: S1-S10  -  devtools/onshape/check_reference_side_tests.py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docs/explainers/reference_side/reference_side_explained.md, section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Trim+, Offset+, Thicken+ (same reference rule);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1172</Words>
  <Application>Microsoft Office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Split+</dc:title>
  <dc:subject>PptxGenJS Presentation</dc:subject>
  <dc:creator>FeatureScript docs</dc:creator>
  <cp:lastModifiedBy>Jed Yeiser</cp:lastModifiedBy>
  <cp:revision>2</cp:revision>
  <dcterms:created xsi:type="dcterms:W3CDTF">2026-09-26T01:08:34Z</dcterms:created>
  <dcterms:modified xsi:type="dcterms:W3CDTF">2026-09-26T01:41:59Z</dcterms:modified>
</cp:coreProperties>
</file>