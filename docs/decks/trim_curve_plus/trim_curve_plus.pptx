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or split wires at exact arc-length positions: at points, signed distances from a point, even divisions, or inflections.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Trim curve trims up to one entity. Trim curve + reads each wire -- multi-edge too -- as one path and cuts it where you say, exactly, splitting into pieces or trimming away one side.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profile at stations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set distance from a point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evenly, or split at inflections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small_tools\img\fig03_trim_curve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17925"/>
            <a:ext cx="4206240" cy="1730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at points, T9 by distances.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docs/decks/trim_curve_plus/shots/dialog.png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(default) / Trim.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 to adjust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bodies (not sketch).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points / Up to entity / Distance from point / Even division / At inflections.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 points) off-curve picks are projected (dashed preview).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single wire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(Split) one wire split in place; off = separate wires, source deleted.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opposite 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(Trim) keep the other piece (default: end side).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inflection solve / cuts.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locations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points (vertices or mate connectors).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curve meets it (nearest point per edge).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point + signed Distance (Opposite direction); Split: Additional distances, Also split at reference point.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division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two points (segments; also cuts at both) / Every distance from point (spacing, count).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inflections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the red dots, or the one nearest each end (one planar, single-edge curve).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T1 and T9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small_tools\img\fig03_trim_curve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62" y="914400"/>
            <a:ext cx="6112077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at 2 points (one 6 mm off) -&gt; 100 / 357.08 / 100. T9: 50, extra 150 and -80 -&gt; 20 / 130 / 100 / 307.08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tested: split in place (T2, 5 edges), trim (T3), a mate connector point (T7), and 600 mm past the end -&gt; error (T8).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result / the source.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cut_1 ... cut_n, cutVertices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vertices at the cuts (2 per cut when split into separate wires).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piece_1 ... piece_m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pieces (bodies, or edges when split in place).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Variable: the number of cuts.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past the end of the 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mode.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 cut / not planar / no inflections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pieces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wire is deleted: downstream references to it break. Use Return single wire to keep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the first cut.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positive = path direction. Spacing: away from the midpoint by default.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+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smallTools (14cdaad24a8beab67af40fe4)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betterCurveTrim, curveTrimCore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curve + tests: T1-T9 (all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docs/explainers/small_tools/small_tools_explained.md, section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Along Edge; native Trim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Trim curve +</dc:title>
  <dc:subject>PptxGenJS Presentation</dc:subject>
  <dc:creator>FeatureScript docs</dc:creator>
  <cp:lastModifiedBy>FeatureScript docs</cp:lastModifiedBy>
  <cp:revision>1</cp:revision>
  <dcterms:created xsi:type="dcterms:W3CDTF">2026-09-26T19:32:47Z</dcterms:created>
  <dcterms:modified xsi:type="dcterms:W3CDTF">2026-09-26T19:32:47Z</dcterms:modified>
</cp:coreProperties>
</file>