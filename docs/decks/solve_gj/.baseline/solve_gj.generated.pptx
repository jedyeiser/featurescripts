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recompute the torsional stiffness GJ of an existing EI and Cross Section feature and write it back to its stored data and table.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 used to be a separate step. EI and Cross Section now computes GJ itself with the same solver, so Solve GJ changes nothing on a current model. It is kept so older documents still regenerate.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document still has it in the tree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new work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xsection\img\fig04_roy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8596"/>
            <a:ext cx="4206240" cy="2589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 (orange) is already in every EI and Cross Section result.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solve_gj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13217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1321724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537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53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section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EI and Cross Section feature.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 = 4 x sum(G x Iz) over the section's triangles, G = each body's Q66 (thin-plate Saint-Venant).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(stored data)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 of every station in the feature's CrossSectionAnalysis data and table.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the cross section feature.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selected.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(missing data / station count mismatch)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selected feature has no stored sections.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2026-09-25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recomputed GJ was written to a copy and lost; errors were swallowed. Both fixed.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delete from new models.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GJ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GJ_Feature (+ section/gjAnalysis.fs, gjDataAccess.fs)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 in the xSection tests studio (stored GJ 125.31)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tests: SG1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1.5,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 GJ</dc:title>
  <dc:subject>PptxGenJS Presentation</dc:subject>
  <dc:creator>FeatureScript docs</dc:creator>
  <cp:lastModifiedBy>FeatureScript docs</cp:lastModifiedBy>
  <cp:revision>1</cp:revision>
  <dcterms:created xsi:type="dcterms:W3CDTF">2026-09-26T04:53:54Z</dcterms:created>
  <dcterms:modified xsi:type="dcterms:W3CDTF">2026-09-26T04:53:54Z</dcterms:modified>
</cp:coreProperties>
</file>