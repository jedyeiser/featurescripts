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226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234440"/>
            <a:ext cx="1554480" cy="155448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46304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377440" y="1188720"/>
            <a:ext cx="6309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offset profile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2377440" y="210312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C9CE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an offset profile as regions or points -- width and height against station -- and get exact wires for Driven edge offset and Driven offset surface.</a:t>
            </a:r>
            <a:endParaRPr lang="en-US" sz="16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43205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driven_offset (BeamBuilder Testbed)  ·  Onshape custom feature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5943600" y="43205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9AA3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2026-09-29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does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offset profile  ·  driven_offset (BeamBuilder Testbed)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2026-09-29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10058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edge offset (DEO) and Driven offset surface (DOS) read an offset profile: wires in profile coordinates, X = station, Y = width offset, Z = height offset. Create offset profile builds those wires from a table, exactly (polynomial Beziers, no sampling), instead of a hand-drawn sketch.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246888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it when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2761488"/>
            <a:ext cx="3749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offset is defined by regions: tip, running length, tail ...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or height ramps, holds or steps along X</a:t>
            </a:r>
            <a:endParaRPr lang="en-US" sz="125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come from the part: a vertex or mate connector</a:t>
            </a:r>
            <a:endParaRPr lang="en-US" sz="1250" dirty="0"/>
          </a:p>
        </p:txBody>
      </p:sp>
      <p:pic>
        <p:nvPicPr>
          <p:cNvPr id="10" name="Image 1" descr="C:\Users\jed.yeiser\Documents\featurescripts\docs\explainers\driven_offset\img\cop_fig01_regions_break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0560" y="1792825"/>
            <a:ext cx="4206240" cy="158071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480560" y="42245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T1: Tip w 0, RSL w 3, Tail w 0. The values jump at 0 and 1000, so the profile breaks there: three wires.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Pieces and breaks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offset profile  ·  driven_offset (BeamBuilder Testbed)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2026-09-29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driven_offset\img\cop_fig04_poi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24277"/>
            <a:ext cx="8229600" cy="229484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piece = one wire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continuous stretch of the profile, e.g. T4 left: three Smooth points, one piece. Touching regions with equal values join too.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break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offset jumps (touching regions or two points at one station, different values -- T5 right) or is undefined (a gap in X), the profile ends and a new piece starts.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profile starts at the first item and stops at the last; nothing is extrapolated.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Region shapes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offset profile  ·  driven_offset (BeamBuilder Testbed)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2026-09-29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driven_offset\img\cop_fig02_shape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53518"/>
            <a:ext cx="8229600" cy="223636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Constant / Linear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width and height; or a straight change from start to end values (corners at the ends).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Smootherstep: flat, zero curvature at both ends of the change, never overshoots. Buffers hold the end values first (shaded).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Quadratic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parabola flat at one end ('Flat at' Start or End), a kink at the other. Width and height use the same shape.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Blending two regions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offset profile  ·  driven_offset (BeamBuilder Testbed)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2026-09-29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driven_offset\img\cop_fig03_blen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6349" y="914400"/>
            <a:ext cx="6691302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Intersections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entry per pair of consecutive regions, kept by region names. Blend off: join as they are if the values match, else break.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Blend 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Hermite bridge from a distance into the first region to a distance into the second, G0 / G1 / G2 at each side.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arrows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blend distance also has a drag arrow on the profile while the dialog is open.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dialog: Regions  (1/2)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offset profile  ·  driven_offset (BeamBuilder Testbed)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2026-09-29</a:t>
            </a:r>
            <a:endParaRPr lang="en-US" sz="900" dirty="0"/>
          </a:p>
        </p:txBody>
      </p:sp>
      <p:pic>
        <p:nvPicPr>
          <p:cNvPr id="7" name="Image 1" descr="C:\Users\jed.yeiser\Documents\featurescripts\docs\tooling\_render\_crops\create_offset_profile_dialog_regions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2743200" cy="3472642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2743200" cy="3472642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1313551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131355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2674140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267414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" y="3017198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5488" y="301719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" y="3392687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75488" y="339268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5488" y="4038825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75488" y="403882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Regions or Points.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name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Empty = Region n. Intersections are kept by these names, so they must differ.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station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 X (type the station) or At point.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point: a vertex or mate connector (one can be created in the field).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offset along 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 = the point's world X plus this signed distance.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dialog: Regions  (2/2)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offset profile  ·  driven_offset (BeamBuilder Testbed)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2026-09-29</a:t>
            </a:r>
            <a:endParaRPr lang="en-US" sz="900" dirty="0"/>
          </a:p>
        </p:txBody>
      </p:sp>
      <p:pic>
        <p:nvPicPr>
          <p:cNvPr id="7" name="Image 1" descr="C:\Users\jed.yeiser\Documents\featurescripts\docs\tooling\_render\_crops\create_offset_profile_dialog_regions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2743200" cy="337288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2743200" cy="3372889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877461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87746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2202036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22020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" y="2579005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5488" y="257900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" y="2853388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75488" y="285338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station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for the end. A region may be entered toward -X (start &gt; end).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Constant, Linear, Smooth or Quadratic.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/ end width, height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values at each end (Constant: one Width, one Height).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Intersections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Between consecutive regions, rebuilt automatically (next slides).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dialog: Quadratic and buffers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offset profile  ·  driven_offset (BeamBuilder Testbed)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2026-09-29</a:t>
            </a:r>
            <a:endParaRPr lang="en-US" sz="900" dirty="0"/>
          </a:p>
        </p:txBody>
      </p:sp>
      <p:pic>
        <p:nvPicPr>
          <p:cNvPr id="7" name="Image 1" descr="C:\Users\jed.yeiser\Documents\featurescripts\docs\decks\create_offset_profile\shots\dialog_quadratic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1450025" cy="3611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1450025" cy="3611880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2482276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24822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266648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266648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" y="2865135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5488" y="2865135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" y="3547781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75488" y="3547781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Shape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Quadratic (test T8).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 at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or End: the end of the change with zero slope; the other end meets its neighbour at a kink.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/ end width, height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End values; width and height follow the same shape.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/ end buffer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Hold the start (end) value this far in from that end; the change runs between the buffers. Not for Constant.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8" name="Text 13"/>
          <p:cNvSpPr txBox="1"/>
          <p:nvPr/>
        </p:nvSpPr>
        <p:spPr>
          <a:xfrm>
            <a:off x="3840480" y="4160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Entered toward -X, each end keeps its own values and buffer, and a quadratic's flat end stays at the end it was given (T11).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dialog: an intersection blend  (1/2)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offset profile  ·  driven_offset (BeamBuilder Testbed)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2026-09-29</a:t>
            </a:r>
            <a:endParaRPr lang="en-US" sz="900" dirty="0"/>
          </a:p>
        </p:txBody>
      </p:sp>
      <p:pic>
        <p:nvPicPr>
          <p:cNvPr id="7" name="Image 1" descr="C:\Users\jed.yeiser\Documents\featurescripts\docs\tooling\_render\_crops\create_offset_profile_dialog_blend_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2189018" cy="3611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2189018" cy="3611880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2688353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268835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369802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369802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" y="3978226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5488" y="397822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Intersections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per consecutive pair (here A / B), labelled by the region names.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Blend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Off: touching regions with equal values join, anything else breaks. On: a blend.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Continuity with first region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G0, G1 (tangent) or G2 (curvature) where the blend leaves region A.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dialog: an intersection blend  (2/2)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offset profile  ·  driven_offset (BeamBuilder Testbed)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2026-09-29</a:t>
            </a:r>
            <a:endParaRPr lang="en-US" sz="900" dirty="0"/>
          </a:p>
        </p:txBody>
      </p:sp>
      <p:pic>
        <p:nvPicPr>
          <p:cNvPr id="7" name="Image 1" descr="C:\Users\jed.yeiser\Documents\featurescripts\docs\tooling\_render\_crops\create_offset_profile_dialog_blend_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2743200" cy="2344189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2743200" cy="2344189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877790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87779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1201924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120192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" y="1808117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5488" y="1808117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into first region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far back from A's end the blend starts.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Continuity with second region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same where it joins region B.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Distance into second region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How far past B's start it ends. Both 0 only works across a gap in X.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dialog: Points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offset profile  ·  driven_offset (BeamBuilder Testbed)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2026-09-29</a:t>
            </a:r>
            <a:endParaRPr lang="en-US" sz="900" dirty="0"/>
          </a:p>
        </p:txBody>
      </p:sp>
      <p:pic>
        <p:nvPicPr>
          <p:cNvPr id="7" name="Image 1" descr="C:\Users\jed.yeiser\Documents\featurescripts\docs\decks\create_offset_profile\shots\dialog_poin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914400"/>
            <a:ext cx="1991513" cy="361188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77240" y="914400"/>
            <a:ext cx="1991513" cy="3611880"/>
          </a:xfrm>
          <a:prstGeom prst="rect">
            <a:avLst/>
          </a:prstGeom>
          <a:ln w="9525">
            <a:solidFill>
              <a:srgbClr val="D9D6CF"/>
            </a:solidFill>
            <a:prstDash val="solid"/>
          </a:ln>
        </p:spPr>
      </p:sp>
      <p:sp>
        <p:nvSpPr>
          <p:cNvPr id="9" name="Shape 5"/>
          <p:cNvSpPr/>
          <p:nvPr/>
        </p:nvSpPr>
        <p:spPr>
          <a:xfrm>
            <a:off x="475488" y="1171848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475488" y="117184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" y="2169323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475488" y="2169323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75488" y="244136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475488" y="244136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" y="2677129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475488" y="2677129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475488" y="2912896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Text 14"/>
          <p:cNvSpPr txBox="1"/>
          <p:nvPr/>
        </p:nvSpPr>
        <p:spPr>
          <a:xfrm>
            <a:off x="475488" y="291289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75488" y="3148662"/>
            <a:ext cx="237744" cy="237744"/>
          </a:xfrm>
          <a:prstGeom prst="ellipse">
            <a:avLst/>
          </a:prstGeom>
          <a:solidFill>
            <a:srgbClr val="1651B0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475488" y="314866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840480" y="914400"/>
          <a:ext cx="4846320" cy="914400"/>
        </p:xfrm>
        <a:graphic>
          <a:graphicData uri="http://schemas.openxmlformats.org/drawingml/2006/table">
            <a:tbl>
              <a:tblPr/>
              <a:tblGrid>
                <a:gridCol w="320040"/>
                <a:gridCol w="1453896"/>
                <a:gridCol w="307238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means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Points: the profile through a list of stations.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Enter X or At point (vertex / mate connector plus a signed offset along +X).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station, typed.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Width offset at this station.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Height offset at this station.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b="1" dirty="0">
                          <a:solidFill>
                            <a:srgbClr val="1651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 next point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Smooth (flat at both points, no overshoot), Linear, or Hold (keep this value to the next point, then break). Ignored on the last point.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Text 17"/>
          <p:cNvSpPr txBox="1"/>
          <p:nvPr/>
        </p:nvSpPr>
        <p:spPr>
          <a:xfrm>
            <a:off x="3840480" y="4160520"/>
            <a:ext cx="4846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points at one station with different values are a jump: the profile breaks there (T5).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 regions entered toward -X (T10, T12)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offset profile  ·  driven_offset (BeamBuilder Testbed)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2026-09-29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driven_offset\img\cop_fig05_revers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30369"/>
            <a:ext cx="8229600" cy="2282663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457200" y="352044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 part whose tip is at +X, enter regions from the tip: start 10100, end 10000. The same region stated low to high.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T10: Linear w 0 -&gt; 4 with a start buffer of 20: width 0 held from 10100 to 10080, 4 at 10000. T12: two touching regions both entered toward -X join into one piece (w 1 at 12150, 2 at 12050).</a:t>
            </a:r>
            <a:endParaRPr lang="en-US" sz="12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edge offset takes regions directly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offset profile  ·  driven_offset (BeamBuilder Testbed)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2026-09-29</a:t>
            </a:r>
            <a:endParaRPr lang="en-US" sz="900" dirty="0"/>
          </a:p>
        </p:txBody>
      </p:sp>
      <p:pic>
        <p:nvPicPr>
          <p:cNvPr id="7" name="Image 1" descr="C:\Users\jed.yeiser\Documents\featurescripts\docs\explainers\driven_offset\img\cop_fig06_deo_ste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7638" y="914400"/>
            <a:ext cx="6008724" cy="2514600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4572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9" name="Text 5"/>
          <p:cNvSpPr txBox="1"/>
          <p:nvPr/>
        </p:nvSpPr>
        <p:spPr>
          <a:xfrm>
            <a:off x="5669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source: Regions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Driven edge offset has the same Regions table (same parameters, from offset_profile_core); no wire is made. Tests D1-D5: identical to the wire, within 1e-3 mm.</a:t>
            </a:r>
            <a:endParaRPr lang="en-US" sz="1100" dirty="0"/>
          </a:p>
        </p:txBody>
      </p:sp>
      <p:sp>
        <p:nvSpPr>
          <p:cNvPr id="10" name="Shape 6"/>
          <p:cNvSpPr/>
          <p:nvPr/>
        </p:nvSpPr>
        <p:spPr>
          <a:xfrm>
            <a:off x="32766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33863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region's X means what a wire's X means under DEO's Measure along. 'At point' stations land exactly on the part only when measuring along World X.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6096000" y="3566160"/>
            <a:ext cx="2590800" cy="9144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12700">
            <a:solidFill>
              <a:srgbClr val="F3F5F8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6205728" y="3621024"/>
            <a:ext cx="2371344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built yet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Per-break None / Line join in DEO / DOS. Today every break splits the output (D3: two offset bodies at the step).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and messages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offset profile  ·  driven_offset (BeamBuilder Testbed)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2026-09-29</a:t>
            </a:r>
            <a:endParaRPr lang="en-US" sz="9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8961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for Extract variables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3886200" cy="914400"/>
        </p:xfrm>
        <a:graphic>
          <a:graphicData uri="http://schemas.openxmlformats.org/drawingml/2006/table">
            <a:tbl>
              <a:tblPr/>
              <a:tblGrid>
                <a:gridCol w="1399032"/>
                <a:gridCol w="2487168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holds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output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piece wires (T1: 3).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piece1 .. pieceN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piece, in station order.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startVertex / endVertex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Where the profile starts (lowest station) / ends (highest).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breakVertices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piece ends on both sides of every break (T1: 4).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pieceCount, breakCount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Numbers (T1: 3 and 2).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breakStations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Station of each break: a jump, or the middle of a gap (T1: 0, 1000 mm).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startStation, endStation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First and last station (T1: -100, 1100 mm).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  <p:sp>
        <p:nvSpPr>
          <p:cNvPr id="9" name="Text 5"/>
          <p:cNvSpPr txBox="1"/>
          <p:nvPr/>
        </p:nvSpPr>
        <p:spPr>
          <a:xfrm>
            <a:off x="4617720" y="8961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651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</a:t>
            </a:r>
            <a:endParaRPr lang="en-US" sz="1200" dirty="0"/>
          </a:p>
        </p:txBody>
      </p:sp>
      <p:graphicFrame>
        <p:nvGraphicFramePr>
          <p:cNvPr id="2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17720" y="1188720"/>
          <a:ext cx="4069080" cy="914400"/>
        </p:xfrm>
        <a:graphic>
          <a:graphicData uri="http://schemas.openxmlformats.org/drawingml/2006/table">
            <a:tbl>
              <a:tblPr/>
              <a:tblGrid>
                <a:gridCol w="813816"/>
                <a:gridCol w="325526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Message / what to do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 at least one region. / Add at least two points at different stations.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Regions 'A' and 'B' overlap.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Regions may touch, not overlap.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Region 'x': the buffers are as long as the region or longer.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 regions are named 'x' ...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Intersections are kept by name.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blend between 'A' and 'B' has no length but the offset jumps ...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Give a distance, or leave a gap in X.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rgbClr val="C8453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Start point: pick a point (vertex or mate connector) for the station.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point with nothing picked.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Tips and limits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offset profile  ·  driven_offset (BeamBuilder Testbed)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2026-09-29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57200" y="96012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45720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841248" y="91440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regions by role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Tip, RSL, Tail ... Intersection settings follow the names when regions are reordered.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57200" y="201168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5720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41248" y="196596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Smooth for joins that must not kink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buffer into a Smooth ramp is curvature-continuous (C2); a Linear corner is only G0.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457200" y="3063240"/>
            <a:ext cx="274320" cy="274320"/>
          </a:xfrm>
          <a:prstGeom prst="ellipse">
            <a:avLst/>
          </a:prstGeom>
          <a:solidFill>
            <a:srgbClr val="1BAF7A"/>
          </a:solidFill>
          <a:ln w="12700">
            <a:solidFill>
              <a:srgbClr val="1BAF7A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45720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841248" y="301752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segments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 group: every piece and sub-segment with its stations, degree and end values.</a:t>
            </a:r>
            <a:endParaRPr lang="en-US" sz="1100" dirty="0"/>
          </a:p>
        </p:txBody>
      </p:sp>
      <p:sp>
        <p:nvSpPr>
          <p:cNvPr id="16" name="Shape 13"/>
          <p:cNvSpPr/>
          <p:nvPr/>
        </p:nvSpPr>
        <p:spPr>
          <a:xfrm>
            <a:off x="4709160" y="96012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4709160" y="9601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8" name="Text 15"/>
          <p:cNvSpPr txBox="1"/>
          <p:nvPr/>
        </p:nvSpPr>
        <p:spPr>
          <a:xfrm>
            <a:off x="5093208" y="91440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Breaks split the output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DEO / DOS have no per-break None / Line choice yet: a step in the profile is a step (a gap) in the offset.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709160" y="201168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709160" y="20116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5093208" y="196596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shape per region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Width and height share the region's shape.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4709160" y="3063240"/>
            <a:ext cx="274320" cy="274320"/>
          </a:xfrm>
          <a:prstGeom prst="ellipse">
            <a:avLst/>
          </a:prstGeom>
          <a:solidFill>
            <a:srgbClr val="C9820A"/>
          </a:solidFill>
          <a:ln w="12700">
            <a:solidFill>
              <a:srgbClr val="C9820A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4709160" y="3063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4" name="Text 21"/>
          <p:cNvSpPr txBox="1"/>
          <p:nvPr/>
        </p:nvSpPr>
        <p:spPr>
          <a:xfrm>
            <a:off x="5093208" y="3017520"/>
            <a:ext cx="3593592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Stations are world X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52514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 points give their world X; on a part measured along its reference, place stations accordingly.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92608"/>
            <a:ext cx="475488" cy="475488"/>
          </a:xfrm>
          <a:prstGeom prst="roundRect">
            <a:avLst>
              <a:gd name="adj" fmla="val 15385"/>
            </a:avLst>
          </a:prstGeom>
          <a:solidFill>
            <a:srgbClr val="F3F5F8"/>
          </a:solidFill>
          <a:ln w="9525">
            <a:solidFill>
              <a:srgbClr val="D9D6CF"/>
            </a:solidFill>
            <a:prstDash val="solid"/>
          </a:ln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365760"/>
            <a:ext cx="329184" cy="329184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1078992" y="256032"/>
            <a:ext cx="76078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F23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it lives</a:t>
            </a:r>
            <a:endParaRPr lang="en-US" sz="2400" dirty="0"/>
          </a:p>
        </p:txBody>
      </p:sp>
      <p:sp>
        <p:nvSpPr>
          <p:cNvPr id="5" name="Text 2"/>
          <p:cNvSpPr txBox="1"/>
          <p:nvPr/>
        </p:nvSpPr>
        <p:spPr>
          <a:xfrm>
            <a:off x="457200" y="479602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offset profile  ·  driven_offset (BeamBuilder Testbed)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5943600" y="4796028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2026-09-29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60120"/>
          <a:ext cx="822960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621792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262B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driven_offset / BeamBuilder Testbed (f61d2c000ab2d1240776342e)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create_offset_profile (the feature), offset_profile_core (regions / points -&gt; exact pieces; shared with Driven edge offset)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Offset profile tests studio: T1-T12 (+ 3 error cases) -- devtools/onshape/build_offset_profile_tests.py, check_offset_profile.py; DEO regions tests: D1-D5 (5/5 pass 2026-09-29)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driven_offset/research_create_offset_profile.md; driven_offset/DOCUMENT_MAP.md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Related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32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Driven edge offset, Driven offset surface (consumers); Evaluate offset (a profile measured from existing edges)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38100" marB="38100" anchor="ctr">
                    <a:lnL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6C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5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Create offset profile</dc:title>
  <dc:subject>PptxGenJS Presentation</dc:subject>
  <dc:creator>FeatureScript docs</dc:creator>
  <cp:lastModifiedBy>FeatureScript docs</cp:lastModifiedBy>
  <cp:revision>1</cp:revision>
  <dcterms:created xsi:type="dcterms:W3CDTF">2026-09-30T01:15:27Z</dcterms:created>
  <dcterms:modified xsi:type="dcterms:W3CDTF">2026-09-30T01:15:27Z</dcterms:modified>
</cp:coreProperties>
</file>