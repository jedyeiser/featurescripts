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baseline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 existing side profile -- camber height, rocker contact points and lengths, tip heights -- to compare a ski with its design targets.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xSection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baseline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baseline builds a profile from targets; Analyze baseline goes the other way. Give it any baseline -- scanned, drawn, or generated -- and it reports the same quantities, and can draw them as a sketch.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scanned or supplied ski against targets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hand-drawn baseline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 profile's numbers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xsection\img\fig06_bas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22928"/>
            <a:ext cx="4206240" cy="19205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quantities it reports: minima, camber, FRCP / ARCP, rocker lengths, tip heights.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baseline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side profile (a tangent chain).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FCP / ACP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points (X only).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Calculated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Read-only: FB / AB minimum, max camber point, camber height, FRCP, FRCPL, FRCP tangent, FCPH, ARCP, ARCPL, ARCP tangent, ACPH.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measurement sketch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Chords, tangent lines and normals on the XZ plane.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Recalculate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(the values are also refreshed on every dialog change).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measures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baseline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xsection\img\fig07_rocker_constru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93" y="914400"/>
            <a:ext cx="4815815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perpendicular distance from the line between the two low points.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FRCP / ARCP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inflection in each half; FRCPL = its distance from FCP.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FCPH / ACPH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tip's perpendicular distance to the tangent at FRCP / ARCP.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baseline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computed while editing and do not follow later geometry changes.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inflection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 with no inflection leaves its fields empty.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is spelled 'Analze baseline' in Onshape.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baseline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xSection (f8deedeb1fbd819a8fa20113), 'Stiffness Tools'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analyzeBaseline (beam/analyzeBaseline.fs)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Test2 studio: Analze baseline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docs/explainers/xsection/xsection_explained.md, section 2.6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 and Cross Section, Estimate Stiffness, Estimate Deflection, Generate / Analyze baseline, Update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Analyze baseline</dc:title>
  <dc:subject>PptxGenJS Presentation</dc:subject>
  <dc:creator>FeatureScript docs</dc:creator>
  <cp:lastModifiedBy>FeatureScript docs</cp:lastModifiedBy>
  <cp:revision>1</cp:revision>
  <dcterms:created xsi:type="dcterms:W3CDTF">2026-09-26T04:53:01Z</dcterms:created>
  <dcterms:modified xsi:type="dcterms:W3CDTF">2026-09-26T04:53:01Z</dcterms:modified>
</cp:coreProperties>
</file>