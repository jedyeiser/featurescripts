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footprint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any sidecut: dimensions, waist, taper, tip and tail length, average and natural radius, widest and inflection points -- and publish them as variables.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sidecuts needs the same numbers, measured the same way: tip-waist-tail, taper, radius. Analyze footprint reads them off any outline -- designed, scaled or imported -- and publishes them for later features.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sidecut against its targets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skis in a family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later features from measured values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footprint\img\fig01_vocabul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96494"/>
            <a:ext cx="4206240" cy="19733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points it finds: contacts, widest, inflections, waist.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vs natural radius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footprint\img\fig03_average_natu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000" y="914400"/>
            <a:ext cx="4190001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R at 200 X stations between the inflections -- independent of how the edges are split.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circle through inflection - waist - inflection (or widest - waist - widest).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differ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FX2: 16.97 m average vs 14.47 m natural. Both are right; they answer different questions.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docs/decks/analyze_footprint/shots/dialog.png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sidecut (+Y side).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RSL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straight edge FCP to ACP.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Plane, vertex or mate connector; the nearest point on the RSL line is used.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FCP.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Sketch key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waist, widest and inflection lines.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Read-only: tip-waist-tail, waist width and X, taper, tip and tail length.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 calculations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Average, natural (widest), natural (inflection).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Widest &amp; Inflection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Distances from each contact; inflection to widest.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Button: refresh the panel.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(Footprint tests)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footprint\img\fig01_vocabul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0396"/>
            <a:ext cx="4000500" cy="187684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154680"/>
            <a:ext cx="40005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AF1: S14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Inflections +-550, average 14.00 m, natural (inflection) 14.00 m, natural (widest) 17.00 m, taper 0.</a:t>
            </a:r>
            <a:endParaRPr lang="en-US" sz="1100" dirty="0"/>
          </a:p>
        </p:txBody>
      </p:sp>
      <p:pic>
        <p:nvPicPr>
          <p:cNvPr id="9" name="Image 2" descr="C:\Users\jed.yeiser\documents\featurescripts\docs\explainers\footprint\img\fig03_average_natu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277" y="914400"/>
            <a:ext cx="3580546" cy="21488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686300" y="3154680"/>
            <a:ext cx="40005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AF2 / AF3: FX2 in 7 or 13 edges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either way: average 16.97 m, natural 14.47 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tipWidth, waistWidth, tailWidth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widths at the widest points and the waist.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waistX, tipLength, tailLength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X of the waist; contact to tip / tail end.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taperAngle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Widest to widest; positive when the tip is wider.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sidecutRadius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average radius.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key-point sketch (when on).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Tip-waist-tail ... mm | average radius ... | natural radius (inflection) 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regeneration, always current.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goes stale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panel updates only when the feature is edited or Recalculate is pressed; the info line and variables are always current.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orientation along 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at +X and off-centre skis measure correctly (AF4, AF5); raw sketch arcs too (AF7).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(52724f3a857fa52d3ecceb77)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analyzeFootprint (+ fpt_analyze, predicates)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tests studio (build_ / check_footprint_tests.py): AF1-AF7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docs/explainers/footprint/footprint_explained.md, section 1.3, 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footprint, Analyze footprint, Scale Footprint, Arc fit, Generate Footprint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Analyze footprint</dc:title>
  <dc:subject>PptxGenJS Presentation</dc:subject>
  <dc:creator>FeatureScript docs</dc:creator>
  <cp:lastModifiedBy>FeatureScript docs</cp:lastModifiedBy>
  <cp:revision>1</cp:revision>
  <dcterms:created xsi:type="dcterms:W3CDTF">2026-09-26T19:17:21Z</dcterms:created>
  <dcterms:modified xsi:type="dcterms:W3CDTF">2026-09-26T19:17:21Z</dcterms:modified>
</cp:coreProperties>
</file>