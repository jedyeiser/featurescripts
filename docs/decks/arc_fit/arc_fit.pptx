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fit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freeform coplanar edges into a chain of lines and circular arcs within a position tolerance -- for CAM and for radius callouts.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fit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and drawings want lines and arcs; design curves are splines. Arc fit replaces each edge with the fewest lines and arcs that stay within tolerance, keeping edges that already are arcs or lines.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spline sidecut needs radius callouts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needs line/arc geometry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how 'arc-like' a curve is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footprint\img\fig04_arc_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14470"/>
            <a:ext cx="4206240" cy="19374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AR3: a spline S-curve -&gt; 10 arcs within 0.008 mm.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fit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4_arc_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336" y="914400"/>
            <a:ext cx="5459329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 is exact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that already is a circle or line passes through whole.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Biarcs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segment: a line, a biarc (two tangent arcs matching the end tangents) or a 3-point arc.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then merge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at the worst point until in tolerance; merge neighbours while it stays in tolerance.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fit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docs/decks/arc_fit/shots/dialog.png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to 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Coplanar edges, selected in chain order.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tolerance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deviation (0.01 mm); also the join tolerance.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 tolerance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out-of-plane error (0.01 mm).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segment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Tangency tol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effect today.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samples per arc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deviation is checked (16).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subdivision 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Curves / Sketch / Curves and sketch.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diagnostics.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AR3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fit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4_arc_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336" y="914400"/>
            <a:ext cx="5459329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spline S-curve (R14 core into an R3 reverse flank), tolerance 0.01 mm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arcs, within 0.008 mm both ways, one wire. Also tested: AR1 five exact arcs pass through unchanged; AR2 a spline on an R14 arc -&gt; one arc R14000; AR4 2 mm knot spans with a 10 mm minimum -&gt; no gaps.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fit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arc-fit wire (empty when Output type is Sketch).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not coplanar (deviation stated)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Plane tolerance or fix the input.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fit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edges in chain order; they are not re-ordered.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edges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are tangent within an input edge, not across input edges.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tolerances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tolerances drive every segment to maximum depth: slow.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fit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(52724f3a857fa52d3ecceb77)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tests studio (build_ / check_footprint_tests.py): AR1-AR4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docs/explainers/footprint/footprint_explained.md, section 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footprint, Analyze footprint, Scale Footprint, Arc fit, Generate Footprint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fit</dc:title>
  <dc:subject>PptxGenJS Presentation</dc:subject>
  <dc:creator>FeatureScript docs</dc:creator>
  <cp:lastModifiedBy>FeatureScript docs</cp:lastModifiedBy>
  <cp:revision>1</cp:revision>
  <dcterms:created xsi:type="dcterms:W3CDTF">2026-09-26T19:18:17Z</dcterms:created>
  <dcterms:modified xsi:type="dcterms:W3CDTF">2026-09-26T19:18:17Z</dcterms:modified>
</cp:coreProperties>
</file>