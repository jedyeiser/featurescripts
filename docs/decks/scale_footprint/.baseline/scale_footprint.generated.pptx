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 footprint for a new running-surface length from a reference: accordion in X, or keep the taper -- arcs stay tangent arcs that report their radius.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 family shares one sidecut at several lengths. Scale Footprint moves the tip and tail to the new contacts and stretches the sidecut between them -- keeping arcs as arcs and, if asked, the reference taper.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shrink a ski family by length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taper angle across lengths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radius callouts on the scaled outline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footprint\img\fig05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73134"/>
            <a:ext cx="4206240" cy="28200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SF1 (accordion) and SF2 (keep taper, pin ACP): reference grey, arcs blue, splines orange.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stay arcs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5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705" y="914400"/>
            <a:ext cx="375059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= ellipse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circle stretched in X is no longer a circle.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as a 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through the moved joints, each starting tangent to the last -- tangent by construction (R14 -&gt; R16.94 m at x 1.1).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Splines exact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spline sidecut is stretched by its control points; knots kept (within 0.001 mm).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docs/decks/scale_footprint/shots/dialog.png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footprint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reference, +Y and -Y.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RSL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 = its lower-X end.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RSL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contacts.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Symmetry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(mirror +Y) / Asymmetric (each side on its own).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Accordion (X only) / Keep taper angle.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taper: hold the ACP width or the MRS width.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Spline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Degree, Strict arcs, tolerance, maximum control points.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docs/decks/scale_footprint/shots/dialog.png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 target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waist width (full).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-Y Scale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Asymmetric: the -Y side's own settings.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tangency at tip (FCP)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one tip control point so the tip joins tangentially.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tangency at tail (ACP)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at the tail.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reference curves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input.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curves by type; skip wire merge; print the arc chain.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accordion (SF1)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5a_accord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8" y="914400"/>
            <a:ext cx="6158204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to RSL 1650 (x 1.1)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at +-825, y 61.999; tip end -924.567 -&gt; -999.567; waist (0, 50) kept; arcs refit R14 -&gt; R16.94 m, R3 -&gt; R3.63 m; -Y is the mirror.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keep taper, pin ACP (SF2)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5b_keep_t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8" y="914400"/>
            <a:ext cx="6158204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sidecut (R2 / R4 m flanks) to RSL 1650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-0.0662 deg kept (accordion alone would give -0.0602); ACP width 63.666 kept. Also tested: SF5, a spline sidecut stretched exactly (knots kept, within 0.001 mm).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positiveSide / negativeSide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scaled +Y and -Y wires (open; never closed into a loop).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RSL / reference RSL.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with no -Y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both sides of the reference.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choice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ACP keeps the tail width; pin MRS keeps the mid-stance width.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world XY with the FCP at the lower-X end of each RSL line.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Scale radius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retarget-radius mode was removed 2026-09-25 (it missed its target).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(52724f3a857fa52d3ecceb77)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scaleFootprint (+ fpt_analyze, arcFit)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tests studio (build_ / check_footprint_tests.py): SF1, SF2, SF5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docs/explainers/footprint/footprint_explained.md, section 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footprint, Analyze footprint, Scale Footprint, Arc fit, Generate Footprint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 Footprint</dc:title>
  <dc:subject>PptxGenJS Presentation</dc:subject>
  <dc:creator>FeatureScript docs</dc:creator>
  <cp:lastModifiedBy>FeatureScript docs</cp:lastModifiedBy>
  <cp:revision>1</cp:revision>
  <dcterms:created xsi:type="dcterms:W3CDTF">2026-09-26T19:18:45Z</dcterms:created>
  <dcterms:modified xsi:type="dcterms:W3CDTF">2026-09-26T19:18:45Z</dcterms:modified>
</cp:coreProperties>
</file>