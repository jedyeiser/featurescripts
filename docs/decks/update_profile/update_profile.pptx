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155448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377440" y="11887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profile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2377440" y="2103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design: from an EI and Cross Section model and a target EI curve, propose the thickness profile that hits the target.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205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xSection  ·  Onshape custom feature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43205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profile  ·  xSection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05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the EI you want is easy; knowing the core thickness that gives it is not. Update profile uses the modelled sections to solve, station by station, for the thickness that meets a target EI curve.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7614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a target flex from an existing layup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 design part-way toward a target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thickness changes quickly (DELTA / PERCENT)</a:t>
            </a:r>
            <a:endParaRPr lang="en-US" sz="1250" dirty="0"/>
          </a:p>
        </p:txBody>
      </p:sp>
      <p:pic>
        <p:nvPicPr>
          <p:cNvPr id="10" name="Image 1" descr="C:\Users\jed.yeiser\documents\featurescripts\docs\explainers\xsection\img\fig10_update_pro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717914"/>
            <a:ext cx="4206240" cy="17305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4224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 section points above the neutral axis move up; output is a thickness curve.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solvers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profile  ·  xSection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xsection\img\fig10_update_pro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000" y="914400"/>
            <a:ext cx="6111999" cy="2514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section model: move every point above the NA up by dt; bisection on dt until EI = target.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EI / width = alpha t^beta over all stations; solve t for the new EI.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thickness by the EI ratio, using the fitted beta.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 (STD)  (1/2)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profile  ·  xSection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tooling\_render\_crops\update_profile_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14400"/>
            <a:ext cx="2494862" cy="3611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" y="914400"/>
            <a:ext cx="2494862" cy="3611880"/>
          </a:xfrm>
          <a:prstGeom prst="rect">
            <a:avLst/>
          </a:prstGeom>
          <a:ln w="9525">
            <a:solidFill>
              <a:srgbClr val="D9D6C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75488" y="1263590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75488" y="126359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5488" y="1572707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75488" y="157270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75488" y="1908135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75488" y="190813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5488" y="2445105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75488" y="244510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75488" y="3032398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75488" y="303239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75488" y="3943775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75488" y="394377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Solver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/ DELTA / PERCENT.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curve 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'Updated thickness'.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 section feature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EI and Cross Section feature.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EI profile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EI curve: an edge in the XZ plane, world Z in mm = EI in N m^2 (EI and Cross Section's &lt;name&gt;_EI, a measured or a target curve).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 EI from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Inherit (the model) or Query (edges).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 thickness from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Inherit or Query (the Query edges are not used).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 (STD)  (2/2)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profile  ·  xSection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tooling\_render\_crops\update_profile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14400"/>
            <a:ext cx="2141816" cy="3611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" y="914400"/>
            <a:ext cx="2141816" cy="3611880"/>
          </a:xfrm>
          <a:prstGeom prst="rect">
            <a:avLst/>
          </a:prstGeom>
          <a:ln w="9525">
            <a:solidFill>
              <a:srgbClr val="D9D6C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75488" y="875941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75488" y="87594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5488" y="1403554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75488" y="140355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75488" y="1864810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75488" y="186481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5488" y="2627256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75488" y="26272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75488" y="3965137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75488" y="396513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delta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 only part of the change: measured + factor x (target - measured).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ACP: read-only flex numbers of the target.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 contact point.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Spline 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/ Approximate.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Recalculate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effect today.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and messages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profile  ·  xSection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8961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886200" cy="914400"/>
        </p:xfrm>
        <a:graphic>
          <a:graphicData uri="http://schemas.openxmlformats.org/drawingml/2006/table">
            <a:tbl>
              <a:tblPr/>
              <a:tblGrid>
                <a:gridCol w="1399032"/>
                <a:gridCol w="24871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holds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&lt;Output curve name&gt;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Thickness wire, Z = thickness, true scale.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profileUpdates (attribute)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station: x, measured and updated thickness and EI; shown by the Profile Updates table (+ dt, dEI).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617720" y="8961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188720"/>
          <a:ext cx="4069080" cy="914400"/>
        </p:xfrm>
        <a:graphic>
          <a:graphicData uri="http://schemas.openxmlformats.org/drawingml/2006/table">
            <a:tbl>
              <a:tblPr/>
              <a:tblGrid>
                <a:gridCol w="813816"/>
                <a:gridCol w="32552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/ what to 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(none)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spline fit that fails draws red / magenta debug points; no error.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and limits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profile  ·  xSection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96012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91440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above the NA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assumes added thickness goes on top (core / topsheet); a base-side change is not modelled.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196596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target read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EI is sampled 11 times per edge; stations outside it are skipped.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06324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" y="301752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thickness outside 0.1-200 mm is reset to the old one.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profile  ·  xSection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xSection (f8deedeb1fbd819a8fa20113), 'Stiffness Tools'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updateProfile (+ tables/profileUpdatesTable.fs)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studio: Update profile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docs/explainers/xsection/xsection_explained.md, section 2.7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 and Cross Section, Estimate Stiffness, Estimate Deflection, Generate / Analyze baseline, Update profile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Update profile</dc:title>
  <dc:subject>PptxGenJS Presentation</dc:subject>
  <dc:creator>FeatureScript docs</dc:creator>
  <cp:lastModifiedBy>FeatureScript docs</cp:lastModifiedBy>
  <cp:revision>1</cp:revision>
  <dcterms:created xsi:type="dcterms:W3CDTF">2026-09-26T04:55:11Z</dcterms:created>
  <dcterms:modified xsi:type="dcterms:W3CDTF">2026-09-26T04:55:11Z</dcterms:modified>
</cp:coreProperties>
</file>