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Solve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value of one variable that makes a result -- a variable, a mass or a volume -- hit a target, by re-running a list of features; keep only the answer.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solvers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Solve  ·  solvers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one number so a result comes out right usually means a Pattern 'Reapply features' trick: slow (about 6 % closer per pass) and it keeps every pass. Iterative Solve treats the listed features as a function of the variable, solves for the target and keeps only the accepted trial.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dimension must give a target mass or volume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must make another variable hit a value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first value that meets a condition</a:t>
            </a:r>
            <a:endParaRPr lang="en-US" sz="1250" dirty="0"/>
          </a:p>
        </p:txBody>
      </p:sp>
      <p:pic>
        <p:nvPicPr>
          <p:cNvPr id="10" name="Image 1" descr="C:\Users\jed.yeiser\documents\featurescripts\docs\explainers\solvers\img\fig01_seca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515317"/>
            <a:ext cx="4206240" cy="213572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Stray_Weight: #flat_length for a target mass -- trial 2 lands on it.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Solve  ·  solvers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solvers\img\fig02_tria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76791"/>
            <a:ext cx="8229600" cy="238981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trial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variable, re-run every listed feature under its own id, measure.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answer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trials are deleted; the accepted one is kept, the originals deleted, the variable set.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answer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error rolls the whole feature back; the originals stay.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Solve  ·  solvers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solvers\img\fig01_seca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791" y="914400"/>
            <a:ext cx="4952418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current 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Current, then +5 %; secant steps; Brent once the target is bracketed.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bounds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trial at each bound (they must bracket), then Brent.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match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steps from lower to upper; stop at the first value meeting &lt;, &lt;=, &gt; or &gt;=.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  (1/2)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Solve  ·  solvers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solidFill>
            <a:srgbClr val="F3F5F8"/>
          </a:solidFill>
          <a:ln w="12700">
            <a:solidFill>
              <a:srgbClr val="8A8883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MISSING: docs/decks/iterative_solve/shots/dialog.png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 to iterate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features to re-run (tree order).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 variable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name, without #; must exist upstream.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 / Angle / Number.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bound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range. Lower = upper by default: an error until you set them.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bound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end of the search range.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 target / First value meeting condition.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  (2/2)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Solve  ·  solvers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solidFill>
            <a:srgbClr val="F3F5F8"/>
          </a:solidFill>
          <a:ln w="12700">
            <a:solidFill>
              <a:srgbClr val="8A8883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MISSING: docs/decks/iterative_solve/shots/dialog.png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from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value (+ First step %, 5) / Both bounds.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/ Mass of created solids (+ density) / Volume of created solids; Store result as.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from variables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On: target and tolerance variables, re-read each trial. Off: typed target and tolerance.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trials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variables, feature trace, keep failed trial, run once at a value.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Solve  ·  solvers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for Extract variables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#&lt;iteration variable&gt;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solution.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&lt;Store result as&gt;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Optional: the mass (g) or volume (mm^3) at the solution.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(bodies)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accepted trial's bodies.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#x = ... after N trials; result ...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target lies beyond the lower / upper bound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Widen the bounds or change the target.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bounds do not bracket the target / No value met the condition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result does not depend on the iteration variable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the listed features read it?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Solve  ·  solvers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tolerances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tolerance defaults to 25 mm and angle tolerance to 0 (exact).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first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&gt; Run once at a value builds one trial without searching.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96012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0916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093208" y="91440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references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bind to &lt;solver&gt;trialN&lt;feature&gt; and break if a later edit accepts a different trial.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0916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0916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093208" y="196596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trial re-runs the whole list.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Solve  ·  solvers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solvers (3cf445f157b6a28aa1d35fcf; named 'Stray_Weight_Concept_1' in Onshape)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iterative_solve, solver_core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live 2026-09-22 (Stray_Weight, Design_Master derive); no test studio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docs/explainers/solvers/solvers_explained.md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Volume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Iterative Solve</dc:title>
  <dc:subject>PptxGenJS Presentation</dc:subject>
  <dc:creator>FeatureScript docs</dc:creator>
  <cp:lastModifiedBy>FeatureScript docs</cp:lastModifiedBy>
  <cp:revision>1</cp:revision>
  <dcterms:created xsi:type="dcterms:W3CDTF">2026-09-26T19:32:45Z</dcterms:created>
  <dcterms:modified xsi:type="dcterms:W3CDTF">2026-09-26T19:32:45Z</dcterms:modified>
</cp:coreProperties>
</file>