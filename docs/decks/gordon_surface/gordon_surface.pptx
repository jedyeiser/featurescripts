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Surface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B-spline face through a whole network of crossing curves -- every U curve and every V curve, interior ones included.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gordonSurface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loft passes through one family of sections; a boundary surface only through its edges. Gordon Surface passes through a full U x V network, so interior curves shape the face exactly where you drew them.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is defined by curves in both directions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curves must lie on the surface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smooth face instead of patches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gordon_surface\img\fig02_real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21308"/>
            <a:ext cx="4206240" cy="2523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Surface 1: one face through 5 U and 3 V curves.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S_u + S_v - 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gordon_surface\img\fig01_gordon_constru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095" y="914400"/>
            <a:ext cx="2741810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skins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S_u through the U curves (misses V); S_v through the V curves (misses U).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 the grid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passes through the crossings only; along each curve it cancels the other skin.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on both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reproduces every curve; done control point by control point once compatible.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curves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gordon_surface\img\fig05_compati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0178"/>
            <a:ext cx="8229600" cy="246304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degree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curve raised to the highest degree -- exactly.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knots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union of all interior knots inserted into every curve -- exactly.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blend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control points can be combined; the shapes do not change.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docs/decks/gordon_surface/shots/dialog.png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U-Curves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10 edges, in section order (the pick order is used).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V-Curves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crossing family, in order.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and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S_u / S_v / tensor sheets, show curves (on), print, degree in u and v (3).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 surf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sheet body.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at least 2 curves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family.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(dimension mismatch)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network is inconsistent.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with Interior curves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boundaries -&gt; interior curves that are guaranteed to cross.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must cross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 must cross every V, in order; a near miss is used silently (midpoint of the closest points).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crossings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crossing parameters make the fit approximate; arcs' weights are ignored.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Surface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gordonSurface (d0950ed72a894fbe35c27d43)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gordonSurface (+ gordonCurveCompat)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yet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Part Studio 1: Gordon Surface 1,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docs/explainers/gordon_surface/gordon_surface_explained.md, section 1.1, 1.2, 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 Surface, Interior curves, Scaled Curve, Modify curve end, Pull surface, Simplify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Gordon Surface</dc:title>
  <dc:subject>PptxGenJS Presentation</dc:subject>
  <dc:creator>FeatureScript docs</dc:creator>
  <cp:lastModifiedBy>FeatureScript docs</cp:lastModifiedBy>
  <cp:revision>1</cp:revision>
  <dcterms:created xsi:type="dcterms:W3CDTF">2026-09-26T19:27:17Z</dcterms:created>
  <dcterms:modified xsi:type="dcterms:W3CDTF">2026-09-26T19:27:17Z</dcterms:modified>
</cp:coreProperties>
</file>