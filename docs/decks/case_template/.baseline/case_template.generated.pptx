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template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inputs a chain of features is built on -- selections and values -- for case 1, and list the further cases a Case pattern will re-run the chain for.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Case_Pattern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template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the same detail on several places (a boss on each of three blocks, each its own height), build it once against names -- #top, #rim, #bossH -- and let a Case pattern re-run it. The Case template defines those names for case 1 and holds the other cases' selections and values.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feature chain applies to several places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place has its own selections and values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 pattern cannot do it (the places differ)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case_pattern\img\fig01_case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88720"/>
            <a:ext cx="4206240" cy="11889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template's case table and the chain built on case 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template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case_template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592412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592412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08889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08889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31127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3112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15878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15878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02409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02409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24036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24036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410566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410566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template's own case (default A); its suffix is swapped for each case's name.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8: a query-variable name and case 1's selection.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4: a name, a type (Length / Angle / Area / Volume / Number / Text), case 1's value.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slots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Read-only: the inputs as the case rows show them.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cases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case: its name, a selection per input, a value per value.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bindings.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template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input names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variables bound to case 1's selections.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 names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#variables with case 1's values.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(hidden) case signature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Case pattern reads: every case's selections and values.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 selection for #x selects nothing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#x is used twice / Case name "B" is used twice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at least one input.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8 inputs and 4 values.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template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chain on the names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listed feature should use #top, #bossH ... -- never a clicked case-1 entity.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follow the template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adding an input or changing a type, edit the template once so every row gets the slot.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template  ·  Case_Pattern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Case_Pattern (2099413dd91f34578b385892)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case_pattern (both features)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pattern tests studio: T1-T5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docs/explainers/case_pattern/case_pattern_explained.md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template</dc:title>
  <dc:subject>PptxGenJS Presentation</dc:subject>
  <dc:creator>FeatureScript docs</dc:creator>
  <cp:lastModifiedBy>FeatureScript docs</cp:lastModifiedBy>
  <cp:revision>1</cp:revision>
  <dcterms:created xsi:type="dcterms:W3CDTF">2026-09-26T04:16:04Z</dcterms:created>
  <dcterms:modified xsi:type="dcterms:W3CDTF">2026-09-26T04:16:04Z</dcterms:modified>
</cp:coreProperties>
</file>