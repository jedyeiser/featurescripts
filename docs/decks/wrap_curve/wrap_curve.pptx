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234440"/>
            <a:ext cx="1554480" cy="155448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377440" y="118872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Curve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2377440" y="210312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flat curves onto a curved profile by arc length -- length along the profile kept, height and width carried over.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3205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curveMapping_public  ·  Onshape custom feature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43205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Curve  ·  curveMapping_public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00584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Planforms, graphics, inlays and insert lines are drawn flat; the ski is built on a rockered, cambered profile. Native Wrap only handles cylinders and cones, and projecting foreshortens. Wrap Curve keeps the arc length along the profile, so a station 1500 mm along the layout lands 1500 mm along the ski.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468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when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761488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flat layout lines on the profile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stations at their true distance along the ski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width and height exactly</a:t>
            </a:r>
            <a:endParaRPr lang="en-US" sz="1250" dirty="0"/>
          </a:p>
        </p:txBody>
      </p:sp>
      <p:pic>
        <p:nvPicPr>
          <p:cNvPr id="10" name="Image 1" descr="C:\Users\jed.yeiser\documents\featurescripts\docs\explainers\curve_mapping\img\fig01_bending_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129841"/>
            <a:ext cx="4206240" cy="290667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480560" y="42245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example: 1200 flat + R600 tip; x = 1500 lands 300 into the arc.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bending map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Curve  ·  curveMapping_public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pic>
        <p:nvPicPr>
          <p:cNvPr id="7" name="Image 1" descr="C:\Users\jed.yeiser\documents\featurescripts\docs\explainers\curve_mapping\img\fig01_bending_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2567" y="914400"/>
            <a:ext cx="3638866" cy="25146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669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length kept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point s along the From reference lands s along the To reference (a shift, no scaling).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766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3863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 and width kept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point's offsets in the frame carry over: ribs stay perpendicular.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960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2057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bend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height h around radius R they stretch or shrink by (R - h) / R, as a real layer does.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and ends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Curve  ·  curveMapping_public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pic>
        <p:nvPicPr>
          <p:cNvPr id="7" name="Image 1" descr="C:\Users\jed.yeiser\documents\featurescripts\docs\explainers\curve_mapping\img\fig02_overru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0949" y="914400"/>
            <a:ext cx="3122103" cy="25146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669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Frenet (default)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normal carried along with minimal rotation: no flip at inflections.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766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3863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Binormal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from a plane you give (face or mate connector); every edge must lie in it.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960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2057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the ends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osculating circle continues the chain -- exact on arcs.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dialog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Curve  ·  curveMapping_public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777240" y="914400"/>
            <a:ext cx="2743200" cy="3611880"/>
          </a:xfrm>
          <a:prstGeom prst="rect">
            <a:avLst/>
          </a:prstGeom>
          <a:solidFill>
            <a:srgbClr val="F3F5F8"/>
          </a:solidFill>
          <a:ln w="12700">
            <a:solidFill>
              <a:srgbClr val="8A8883"/>
            </a:solidFill>
            <a:prstDash val="dash"/>
          </a:ln>
        </p:spPr>
      </p:sp>
      <p:sp>
        <p:nvSpPr>
          <p:cNvPr id="8" name="Text 5"/>
          <p:cNvSpPr txBox="1"/>
          <p:nvPr/>
        </p:nvSpPr>
        <p:spPr>
          <a:xfrm>
            <a:off x="777240" y="914400"/>
            <a:ext cx="2743200" cy="36118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MISSING: docs/decks/wrap_curve/shots/dialog.png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914400"/>
          <a:ext cx="484632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1453896"/>
                <a:gridCol w="307238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edge(s) (G1 chain) and From reference (vertex, mate connector, plane).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edge(s), Flip (reverse To), To reference, Flip normal.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curves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curves to wrap.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 orientation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Frenet (default) / Binormal (face, mate connector or world axis).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Sampling (control-point or length based), degree 3, max control points 15, tolerance 0.01 mm; Break spans at curvature jumps and corners.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Debug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Print curves, show frames and sample points.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and messages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Curve  ·  curveMapping_public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89611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3886200" cy="914400"/>
        </p:xfrm>
        <a:graphic>
          <a:graphicData uri="http://schemas.openxmlformats.org/drawingml/2006/table">
            <a:tbl>
              <a:tblPr/>
              <a:tblGrid>
                <a:gridCol w="1399032"/>
                <a:gridCol w="248716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holds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(wire)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wire: spline spans, plus exact copies on straight stretches.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617720" y="89611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</a:t>
            </a:r>
            <a:endParaRPr lang="en-US" sz="12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1188720"/>
          <a:ext cx="4069080" cy="914400"/>
        </p:xfrm>
        <a:graphic>
          <a:graphicData uri="http://schemas.openxmlformats.org/drawingml/2006/table">
            <a:tbl>
              <a:tblPr/>
              <a:tblGrid>
                <a:gridCol w="813816"/>
                <a:gridCol w="325526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 / what to 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A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span fitted at a lower degree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source's degree was too high for a short To edge.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A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 be fitted; the output will have a gap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Rebuild the source at degree 3 or sample by length.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and limits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Curve  ·  curveMapping_public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960120"/>
            <a:ext cx="274320" cy="27432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960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914400"/>
            <a:ext cx="784555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normal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'up' comes out on the wrong side -- older models may need it after the 2026-09-23 frame change.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011680"/>
            <a:ext cx="274320" cy="274320"/>
          </a:xfrm>
          <a:prstGeom prst="ellipse">
            <a:avLst/>
          </a:prstGeom>
          <a:solidFill>
            <a:srgbClr val="C9820A"/>
          </a:solidFill>
          <a:ln w="12700">
            <a:solidFill>
              <a:srgbClr val="C9820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41248" y="1965960"/>
            <a:ext cx="784555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To flips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From's direction comes from its chain; an off-centre From reference pushes points past an end.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3063240"/>
            <a:ext cx="274320" cy="274320"/>
          </a:xfrm>
          <a:prstGeom prst="ellipse">
            <a:avLst/>
          </a:prstGeom>
          <a:solidFill>
            <a:srgbClr val="C9820A"/>
          </a:solidFill>
          <a:ln w="12700">
            <a:solidFill>
              <a:srgbClr val="C9820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41248" y="3017520"/>
            <a:ext cx="784555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spans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topology (more edges) -- downstream references may move.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lives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Curve  ·  curveMapping_public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curveMapping_public (d12583277c42b00c63a9b7b7)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wrapCurve (+ engine curveMappingCore, pinned)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docs/explainers/curve_mapping/curve_mapping_explained.md, section 1, 2.1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Wrap Curve, Wrap and Loft, Deform, Measure curve distance, Offset edges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Wrap Curve</dc:title>
  <dc:subject>PptxGenJS Presentation</dc:subject>
  <dc:creator>FeatureScript docs</dc:creator>
  <cp:lastModifiedBy>FeatureScript docs</cp:lastModifiedBy>
  <cp:revision>1</cp:revision>
  <dcterms:created xsi:type="dcterms:W3CDTF">2026-09-26T19:37:18Z</dcterms:created>
  <dcterms:modified xsi:type="dcterms:W3CDTF">2026-09-26T19:37:18Z</dcterms:modified>
</cp:coreProperties>
</file>