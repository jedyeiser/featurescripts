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curve end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one end of a curve, chain or wire to a new point and blend the change back -- hold part of the curve exactly, keep G1/G2 there, and match the end to a reference.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gordonSurface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curve end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an end of a network curve usually means redrawing it. Modify curve end edits the curve's own control points: the end goes where you ask, the change fades back, and whatever you hold stays exactly as it was.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a curve to a new corner of the network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most of a curve untouched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an end tangent (or curvature-continuous) to an edge, face or mate connector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gordon_surface\img\fig03_modify_curve_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115530"/>
            <a:ext cx="4206240" cy="93530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move, T30 hold, T10 match an arc (G2).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curve end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gordon_surface\img\fig03_modify_curve_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56732"/>
            <a:ext cx="8229600" cy="182993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points, not a refit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control points move by a share of the offset that fades by arc length; the last moves fully.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hold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Knots at the hold make the held part depend only on locked control points; G1 / G2 lock one / two more.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 (and curvature) of an edge, face or mate connector set directly on the last control points.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curve end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8A888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MISSING: docs/decks/modify_curve_end/shots/dialog.png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Edges or wire to modify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edge, a chain in any order, or a wire; open, unbranched.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end to move (empty = the chain's end).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goes (empty = stays / snaps onto the reference).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part of the curve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by Point or Distance (arc length from the modified end).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 type; continuity at the fixed end / hold (G0 / G1 / G2); end reference.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onto surface?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face: only the part after the hold is projected (G1 kept at the hold).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Debug, 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Degree, tolerance, max control points of a merged chain, sampling multiple, print.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reference (in Parameters)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curve end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continuity ref.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edge, a face or a mate connector.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Opposite direction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 the end tangent.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 / G1 / G2 at the moved end.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curvature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(G2) Match the reference / Zero / Radius.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radius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mm; bends toward the connector's X, else the edge's normal, else the curve's own.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 frame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effect any more (kept for saved features).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hold point (T30)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curve end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gordon_surface\img\fig03_modify_curve_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56732"/>
            <a:ext cx="8229600" cy="182993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(200, 0) -&gt; (200, 30); hold at (150, -30), G1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the fixed end to the hold is unchanged (under 1 micron); the tangent at the hold is kept. T10: matching an R25 arc gives end curvature 40/m, as the arc.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curve end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modified curve (one wire).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movedVertex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end at the To point.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holdVertex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hold point, or the fixed end when there is no hold.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Notes: no Modified end picked, hold has no effect, G0 hold leaves a corner, reference far away, handle shortened, projection keeps G1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line.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branched / several chains / closed chain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one open chain.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point missing or at the modified end; hold distance longer than the curve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curve end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instead of G2 everywhere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hold keeps the part you care about exactly; blend only the rest.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 connector reference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the end tangent, X = the bend side; set a radius for exact end curvature (T13).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end tangent only if it lies in the face; end curvature cannot be kept.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curve end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gordonSurface (d0950ed72a894fbe35c27d43)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modifyCurveEnd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Gordon tools tests: T01-T40 (all pass)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Part Studio 1: Modify curve end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docs/explainers/gordon_surface/gordon_surface_explained.md, section 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Gordon Surface, Interior curves, Scaled Curve, Modify curve end, Pull surface, Simplify surface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Modify curve end</dc:title>
  <dc:subject>PptxGenJS Presentation</dc:subject>
  <dc:creator>FeatureScript docs</dc:creator>
  <cp:lastModifiedBy>FeatureScript docs</cp:lastModifiedBy>
  <cp:revision>1</cp:revision>
  <dcterms:created xsi:type="dcterms:W3CDTF">2026-09-26T19:27:18Z</dcterms:created>
  <dcterms:modified xsi:type="dcterms:W3CDTF">2026-09-26T19:27:18Z</dcterms:modified>
</cp:coreProperties>
</file>