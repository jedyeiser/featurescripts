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corners of a wire or edge chain: an exact tangent arc Onshape recognises as an arc, or a smooth curvature blend -- picked corner by corner.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 can fillet corners in a sketch, but not the corners of a wire. Fillet wire rounds chosen corners of any wire or edge chain -- in 2D or 3D -- and edits a wire body in place, so the untouched parts keep their identity.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 (not a sketch) needs rounded corners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fillets must be true arcs with a radius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corner needs a smooth (G2) blend</a:t>
            </a:r>
            <a:endParaRPr lang="en-US" sz="1250" dirty="0"/>
          </a:p>
        </p:txBody>
      </p:sp>
      <p:pic>
        <p:nvPicPr>
          <p:cNvPr id="10" name="Image 1" descr="C:\Users\jed.yeiser\documents\featurescripts\docs\decks\fillet_wire\shots\w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5005"/>
            <a:ext cx="4206240" cy="2416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W1: two 90 deg corners filleted r10 (magenta).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arc or curvature blend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6_fillet_w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877" y="914400"/>
            <a:ext cx="6448245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arc, set back d = r tan(turn / 2), emitted as a sketch arc. Needs the corner to be planar.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G2 blend matching both edges' curvature, sized so its average curvature is 1/r. Works in 3D.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 is split at the tangent points and only the corner pieces are replaced.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fillet_wir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996517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996517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19615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1961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4859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4859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92135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9213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15007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150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42152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421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78035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7803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40286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4028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or wire bodies.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TANGENT: exact arcs. CURVATURE: G2 blends.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fillet radius.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to all corners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Off: only the corners you pick.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by clicking corner points in the view; each can have its own radius.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into one wire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input: rejoin the pieces into one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angle (0.5 deg), Print corners.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fillet_wire\shots\w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50" y="914400"/>
            <a:ext cx="6048900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W3: a line running into an arc, r10 -- the fillet is an exact circle tangent to both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W1: two 90 deg corners, r10 -&gt; one wire 291.416 mm long (300 - 4r + pi r). W4: a 3D corner with Tangent is skipped (not planar); W5: the same corner with Curvature -&gt; a G2 blend, average curvature 0.1 /mm.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filletEdges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fillet edges.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cornerCount / filletCount / skippedCount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 found / filleted / not filleted.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corner(s) not filleted: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the reason: radius too large, no circle touches both edges, not in one plane (use Curvature), edges too short, or fillets overlapping.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corner(s) found. Click them...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picked yet.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shown in Onshape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fillets are sketch arcs, so clicking one shows its radius.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fillets are splines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single radius.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 keys yet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does not publish start / end keys.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Curve_tools (2143812a99089658c704f0bc)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fillet_wire  (uses curve_core)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Fillet wire tests studio: W1-W6 (devtools/onshape/check_fillet_wire.py)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Fillet wire tests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docs/explainers/curve_tools/curve_tools_explained.md, section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wire, Map curve, Merge curve, Evaluate profiles, Fillet wire;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Fillet wire</dc:title>
  <dc:subject>PptxGenJS Presentation</dc:subject>
  <dc:creator>FeatureScript docs</dc:creator>
  <cp:lastModifiedBy>FeatureScript docs</cp:lastModifiedBy>
  <cp:revision>1</cp:revision>
  <dcterms:created xsi:type="dcterms:W3CDTF">2026-09-26T03:46:13Z</dcterms:created>
  <dcterms:modified xsi:type="dcterms:W3CDTF">2026-09-26T03:46:13Z</dcterms:modified>
</cp:coreProperties>
</file>