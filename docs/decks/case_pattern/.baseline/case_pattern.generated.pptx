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 chain of features for every case of a Case template -- each case with its own selections and values -- and name the new bodies by case.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Case_Pattern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'Apply to each' for the feature tree. Onshape's Pattern moves copies by a transform; Evan Reese's Query Pattern rebinds one seed. Case pattern rebinds up to 8 query variables and 4 values per case and re-runs the listed features for each case.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repeats on places that differ in shape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place needs its own dimensions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edits existing geometry (fillets, move face) as well as making new</a:t>
            </a:r>
            <a:endParaRPr lang="en-US" sz="1250" dirty="0"/>
          </a:p>
        </p:txBody>
      </p:sp>
      <p:pic>
        <p:nvPicPr>
          <p:cNvPr id="10" name="Image 1" descr="C:\Users\jed.yeiser\documents\featurescripts\docs\decks\case_pattern\shots\t1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99927"/>
            <a:ext cx="4206240" cy="5665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the boss chain on three blocks, each at its own height and radius.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ase_pattern\img\fig02_references_in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53" y="914400"/>
            <a:ext cx="6926094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one listed feature made, used by another, must come through a Query variable 'created by' that feature.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runs in a pattern frame that remaps those references onto the case's copies; clicks stay on case 1.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to existing geometry are fine: they are rebound through the template's names.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339159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3391593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4569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4569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93661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9366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334239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334239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65648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6564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Case template.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to repeat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chain built on the template's names.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new bodies to keep per case (sketches off by default).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separator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name and case (default _): Boss_A -&gt; Boss_B.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bosses on three blocks (T1)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t1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7509"/>
            <a:ext cx="8229600" cy="110838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Boss (extrude #top by #bossH), rim fillet 2 mm, #bossEdges = edges created by Boss, fillet #bossEdges at #edgeR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A: 15 mm, R3 (the template). Case B: 25 mm, R3. Case C (pentagon): 8 mm, R2. New bodies are named Boss_&lt;case&gt;. (In the studio case B is currently named 'Foobar!'.)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bodies each case created (filtered by Keep), named &lt;name&gt;_&lt;case&gt;.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built: B: input 1 (#top) selects nothing; C: feature 2 failed (...)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other cases are still built.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case was built.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bodies kept Onshape's default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the Case pattern once to refresh case 1's names.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Re-solved per case, but references to input geometry stay on case 1. Build sketches on geometry derived from the inputs.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run in order and see earlier results; a failed case cannot undo edits to existing geometry.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(cases + 1) x the chain on every rebuild.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and Move face on existing geometry, new extrudes, native query variables (T1-T5).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 (2099413dd91f34578b385892)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 (both features)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pattern tests studio: T1-T5 (T3, T4 must error)  -  devtools/onshape/build_case_pattern_tests.py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docs/explainers/case_pattern/case_pattern_explained.md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template; Query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pattern</dc:title>
  <dc:subject>PptxGenJS Presentation</dc:subject>
  <dc:creator>FeatureScript docs</dc:creator>
  <cp:lastModifiedBy>FeatureScript docs</cp:lastModifiedBy>
  <cp:revision>1</cp:revision>
  <dcterms:created xsi:type="dcterms:W3CDTF">2026-09-26T04:17:02Z</dcterms:created>
  <dcterms:modified xsi:type="dcterms:W3CDTF">2026-09-26T04:17:02Z</dcterms:modified>
</cp:coreProperties>
</file>