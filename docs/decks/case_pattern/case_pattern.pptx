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chain of features once, against named inputs, then run it again per case -- each case with its own selections and values. Three features: Define case, Case, Close case.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Case_Pattern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 (v3)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 (v3)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'Apply to each' for the feature tree. Build a detail once for case A against names (#top, #bossH); each further case gives its own geometry and values, and the chain is run again for it. Nothing is moved by a transform, so the places may differ in shape.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feature chain applies to several places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place has its own selections and dimensions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edits existing geometry (fillet, move face) as well as making new</a:t>
            </a:r>
            <a:endParaRPr lang="en-US" sz="1250" dirty="0"/>
          </a:p>
        </p:txBody>
      </p:sp>
      <p:pic>
        <p:nvPicPr>
          <p:cNvPr id="10" name="Image 1" descr="C:\Users\jed.yeiser\Documents\featurescripts\docs\decks\case_pattern\shots\t1_is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019917"/>
            <a:ext cx="4206240" cy="112652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T1: one chain (boss, rim fillet, boss-edge fillet) built for case A and run again for B and C.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features, like a function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 (v3)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case_pattern\img\fig03_tree_v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148" y="914400"/>
            <a:ext cx="6561703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case = the signature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inputs and values, with case 1's selections. The features after it (the body) use those names.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= one call's arguments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 per further case: a selection per input, a value per value. Runs nothing itself.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case = runs the calls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the body and the Cases, runs the body once per Case, publishes each case's outputs.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body may point at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 (v3)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case_pattern\img\fig04_references_v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9569"/>
            <a:ext cx="8229600" cy="206426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the body itself made is referenced through a query variable ('created by' a body feature). A click stays on case A's copy.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v3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from before the body may be clicked directly (a side reference, an 'up to' face): every case uses the same one.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and lengths are not geometry: plain variables from anywhere earlier work. Put one in Define case only if it changes per case.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case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 (v3)</a:t>
            </a:r>
            <a:endParaRPr lang="en-US" sz="900" dirty="0"/>
          </a:p>
        </p:txBody>
      </p:sp>
      <p:pic>
        <p:nvPicPr>
          <p:cNvPr id="7" name="Image 1" descr="C:\Users\jed.yeiser\Documents\featurescripts\docs\decks\case_pattern\shots\dialog_def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058584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058584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175155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17515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46292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46292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2578034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257803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315323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31532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1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case the tree itself builds (letters, digits, _; starts with a letter).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8 query variables that change per case: a name and case 1's selection.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references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Optional: one selection for every case. Clicking the geometry in the body does the same; this is one place to change 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6 variables that change per case: name, type (Length, Angle, Area, Volume, Number, Integer, Text, Boolean), case 1's value.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384048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sets #caseName and #caseIndex (1 for case 1); every case updates them.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 (v3)</a:t>
            </a:r>
            <a:endParaRPr lang="en-US" sz="900" dirty="0"/>
          </a:p>
        </p:txBody>
      </p:sp>
      <p:pic>
        <p:nvPicPr>
          <p:cNvPr id="7" name="Image 1" descr="C:\Users\jed.yeiser\Documents\featurescripts\docs\decks\case_pattern\shots\dialog_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1843651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1843651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16481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1648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62376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62376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186679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18667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2084690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208469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3397553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339755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Define case this case belongs to. Picking it lays out the slots.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from Define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Lays the slots out again after inputs or values changed in the Define case; selections and values are kept by name.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among the Define case's cases; also the output prefix (#B_...).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slots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selection for each input (labelled #top, #rim ...).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slots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value for each value. New slots start with case 1's value (a copy, not a link).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20" name="Text 15"/>
          <p:cNvSpPr txBox="1"/>
          <p:nvPr/>
        </p:nvSpPr>
        <p:spPr>
          <a:xfrm>
            <a:off x="384048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each Case after the body and before the Close case that runs it. A missing selection or value is an error on the Case.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case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 (v3)</a:t>
            </a:r>
            <a:endParaRPr lang="en-US" sz="900" dirty="0"/>
          </a:p>
        </p:txBody>
      </p:sp>
      <p:pic>
        <p:nvPicPr>
          <p:cNvPr id="7" name="Image 1" descr="C:\Users\jed.yeiser\Documents\featurescripts\docs\decks\case_pattern\shots\dialog_clo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1731184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1731184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14257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14257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515335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51533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237381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237381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294454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294454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3666973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366697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" y="386421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" y="386421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5488" y="4079324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5488" y="40793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Define case this body belongs to.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to repeat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body's features, in tree order.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Case features to run. May be empty: then it only publishes case 1's outputs.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output: a Name and the query variable the body sets (its name as plain text, no #). Evaluate on use / Track downstream changes as in Extract variables.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new bodies each case keeps: parts, surfaces, curves and points, mate connectors, planes on; sketches off.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parts after outputs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On: a part an output points to is named like the output's variable (B_rib).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bindings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each case's selections and values to the notices.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bosses on three blocks (T1)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 (v3)</a:t>
            </a:r>
            <a:endParaRPr lang="en-US" sz="900" dirty="0"/>
          </a:p>
        </p:txBody>
      </p:sp>
      <p:pic>
        <p:nvPicPr>
          <p:cNvPr id="7" name="Image 1" descr="C:\Users\jed.yeiser\Documents\featurescripts\docs\decks\case_pattern\shots\t1_is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9663"/>
            <a:ext cx="8229600" cy="22040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case A: #top, #rim; #bossH, #edgeR. Body: Boss (extrude #top by #bossH), Rim fillet on #rim, #bossEdges = edges created by Boss, fillet #bossEdges at #edgeR, #bossFaces = faces created by Boss.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(25 mm, 3) and Case C (8 mm, 2); one Close case with output bossFaces. Result: three bosses at their own heights, every rim and boss edge filleted; parts A_bossFaces, B_bossFaces, C_bossFaces and the query variables #A_bossFaces, #B_bossFaces, #C_bossFaces.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reference clicked from before the body (T14)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 (v3)</a:t>
            </a:r>
            <a:endParaRPr lang="en-US" sz="900" dirty="0"/>
          </a:p>
        </p:txBody>
      </p:sp>
      <p:pic>
        <p:nvPicPr>
          <p:cNvPr id="7" name="Image 1" descr="C:\Users\jed.yeiser\Documents\featurescripts\docs\decks\case_pattern\shots\t14_is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60486"/>
            <a:ext cx="8229600" cy="16224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boss is extruded 'up to' the top of an outside tower, clicked directly in the extrude; the body also fillets the case's block rim and the boss edges.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B's boss stops at the same tower top as case A's (z 20..60); B's rim and boss edges are filleted. All three kinds of reference in one case: clicked outside geometry, an edit of geometry from before the body, a query variable made in the body. In v2 the clicked face was lost.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closing again (T7)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 (v3)</a:t>
            </a:r>
            <a:endParaRPr lang="en-US" sz="900" dirty="0"/>
          </a:p>
        </p:txBody>
      </p:sp>
      <p:pic>
        <p:nvPicPr>
          <p:cNvPr id="7" name="Image 1" descr="C:\Users\jed.yeiser\Documents\featurescripts\docs\decks\case_pattern\shots\t7_is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85090"/>
            <a:ext cx="8229600" cy="217322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Close case runs Case B (a stud on block B). Case D selects the top of B's stud; a second Close case, on the same Define case with the body picked again, runs it.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D's stud sits on B's (z 30..40); #A_stud, #B_stud and #D_stud each hold one body. Use this when a case must select geometry an earlier case made.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 (v3)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#&lt;case&gt;_&lt;output&gt;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query variable per output per case, case 1 included (#A_bossFaces, #B_bossFaces ...). Fixed when the case closes unless Evaluate on use.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inputs, values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case binds them to case 1; after the Close case later features see case 1 again.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#caseName, #caseIndex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running case's name and number (case 1 = 1); back to case 1 after the Close case.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body variables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the LAST case's value after the Close case.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built: B: repeated feature 3 failed (...)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other cases are still built; Onshape's own reason is quoted.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case was built.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listed case failed.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#h has no value: click Update from Define case.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 Case: the Define case changed (T11 shows the error).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#B_x is not case B's geometry: make #x a query variable 'created by' a repeated 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output was not remade per case.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Sketches are re-solved per case 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 to the origin / default planes keep case 1's position.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 (v3)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Few, short local names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variables made in the body are locals: name them by role (_body, _edges, _out) and reuse them in every template. A name can never be deleted from the list.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only for what is used later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output makes one name per case. Type output names as plain text: a leading # turns the field into a reference.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features per case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Boolean value suppresses a feature by expression (#pin), re-checked per case (T6). Numeric fields take expressions: #flag ? 3 mm : 0 mm.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09320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and undo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run in order and see earlier results; a failed case cannot undo its edits to existing geometry (only its new bodies are removed).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0916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091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09320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edits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Fillet, Move face, Move face+ on geometry from before the body; chamfer, shell, draft, booleans into existing parts are untested. No sheet metal or derived features.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0916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7091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093208" y="301752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dialog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rebuild runs the body once per case. In a NEW Case the grey slot names stay blank until Update from Define case is pressed once.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pattern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 (v3)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Case_Pattern (2099413dd91f34578b385892)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case_pattern (Define case, Case, Close case)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pattern tests studio: T1-T14 (T3, T11 must error), 53/53 checks pass 2026-09-29 -- devtools/onshape/build_case_pattern_tests.py, check_case_pattern_tests.py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docs/explainers/case_pattern/case_pattern_explained.md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case_pattern/DESIGN.md sections 11-12; corrections log 41, 50, 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pattern features are gone: each case row becomes a Case feature listed in the Close case; outputs are typed as query-variable names.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pattern</dc:title>
  <dc:subject>PptxGenJS Presentation</dc:subject>
  <dc:creator>FeatureScript docs</dc:creator>
  <cp:lastModifiedBy>FeatureScript docs</cp:lastModifiedBy>
  <cp:revision>1</cp:revision>
  <dcterms:created xsi:type="dcterms:W3CDTF">2026-09-30T01:06:37Z</dcterms:created>
  <dcterms:modified xsi:type="dcterms:W3CDTF">2026-09-30T01:06:37Z</dcterms:modified>
</cp:coreProperties>
</file>