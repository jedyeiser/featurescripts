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sidecut as tip, RSL and tail point tables at equal arc-length spacing, each relative to its own origin -- for CNC, specs and spreadsheets.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and spec sheets want numbers, not curves. Generate Footprint Points splits the +Y outline at the contacts and samples each region evenly, in a table you can copy out.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sidecut to CNC or a supplier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spec sheet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outlines point by point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footprint\img\fig06_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5294"/>
            <a:ext cx="4206240" cy="16957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GP1: 23 tip, 80 RSL and 23 tail points on S14.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docs/decks/generate_footprint_points/shots/dialog.png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Selection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(the footprint face) / EDGES (edges or wires).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(EDGES) the outline.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RSL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to ACP.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toward +X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Off: the tip is the lower-X end; on: the higher-X 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Formatting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Units, decimal places ('sig figs'), units in cells, point counts 23 / 80 / 23, flips.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region curves / FCP-ACP planes; make sketches of the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GP1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6_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59" y="914400"/>
            <a:ext cx="6237282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S14, RSL -750 ... 750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23 points x -924.567 ... -750 relative to the FCP; RSL: 80 points relative to the MRS; tail: 23 points relative to the ACP. All on the curve, spacing equal to 0.2 %.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tipCurve, rslCurve, tailCurve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region curves (empty unless Retain curves is on).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Points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tipEdgePoints / rslEdgePoints / tailEdgePoints / tableFormat stored on the origin (keep these stable).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at +X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Tip toward +X; tip and tail swap with their origins (GP2).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one wins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point lists are shared: the last Generate Footprint Points in the tree feeds the 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Footprint Points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(52724f3a857fa52d3ecceb77)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getFootprintPoints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tests studio (build_ / check_footprint_tests.py): GP1-GP3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docs/explainers/footprint/footprint_explained.md, section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footprint, Analyze footprint, Scale Footprint, Arc fit, Generate Footprint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 Footprint Points</dc:title>
  <dc:subject>PptxGenJS Presentation</dc:subject>
  <dc:creator>FeatureScript docs</dc:creator>
  <cp:lastModifiedBy>FeatureScript docs</cp:lastModifiedBy>
  <cp:revision>1</cp:revision>
  <dcterms:created xsi:type="dcterms:W3CDTF">2026-09-26T19:17:23Z</dcterms:created>
  <dcterms:modified xsi:type="dcterms:W3CDTF">2026-09-26T19:17:23Z</dcterms:modified>
</cp:coreProperties>
</file>