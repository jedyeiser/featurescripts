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Onshape's Thicken, with the two thicknesses named 'toward reference' and 'away from reference' instead of by the face normal -- the boolean step unchanged.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Thicken's Thickness 1 goes along the face normal, so the same feature thickens outward on one model and inward on another. Thicken+ decides per surface body which way is 'toward the reference' and puts the Toward thickness there. Everything else -- New / Add / Remove / Intersect, merge scope -- is the built-in.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of mixed orientation must thicken the same way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surface's normal may flip upstream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clear error where a thicken would fold, with its location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reference_side\img\fig06_thic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90897"/>
            <a:ext cx="4206240" cy="11845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both sheets thicken toward the reference whatever their normals. Right: the curvature check.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reference instead of a flip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1_flip_vs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9130"/>
            <a:ext cx="8229600" cy="23851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 is about a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'Front', 'opposite direction', 'Thickness 1' all mean: relative to the normal -- and normals change freely upstream.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about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geometry on the side you mean. The choice survives any change of orientation.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reference, the feature behaves exactly like the built-in.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thicken_plus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514600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514600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7095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7095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211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211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43824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438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03124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0312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32910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32910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355848" y="329856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355848" y="329856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361729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36172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" y="393019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5488" y="3930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Add / Remove / Intersect -- the built-in boolean step, unchanged.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 and surfaces to thicken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or faces; each owner body is thickened on its own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the side to thicken toward -- best a mate connector or vertex near the surface. Empty = along the normals.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Toward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on the reference's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 from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on the other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arrow: exchange the two thicknesses.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input surfaces.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curvature (on): report where a concave radius is smaller than the thickness. Print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opposite normals, same result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thicken_plus\shots\t2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059" y="914400"/>
            <a:ext cx="4497882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T2: sheets at z +50 and -50 with opposite normals, reference at the centre, Toward 2, Away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sheets put 2 mm toward the centre and 3 mm away: top z 48..53, bottom z -53..-48 -- mirror images, although their normals point opposite ways. T3 (Swap sides) gives 47..52 / -52..-47. T6: Add into a cube, 5 mm up -&gt; one part, volume 1 018 000 mm3.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curvature check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6_thic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2885"/>
            <a:ext cx="8229600" cy="231763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thickens fail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Thickening toward a concave side by more than its radius turns the offset inside out.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before the kernel fails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face is sampled on a 9 x 9 grid; the first place that would fold is marked red, with its radius.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T4 / T5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cylinder r 10 thickened toward its axis: 15 mm -&gt; the error with location; 5 mm -&gt; a clean shell.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thickened bodies (or the parts they merged into).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towardFaces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on the reference's side (at the Toward thickness).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on the other side (on the input surface when Away is 0).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around the edges of the thickened surfaces.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thicknesses are zero.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side reference lies on surface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reference off the surface.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k is concave with radius r mm at (x, y, z) ... the thicken would fold there.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that side's thickness below r, or swap sides. The red point marks the place.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instead of Thicken downstream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from Split+, Mutual Trim+ or Offset+ keep their inputs' orientation; Thicken+ does not care which way they face.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stay named through the boolean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towardFaces / awayFaces / sideFaces still resolve after Add merges the result into a part.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does not apply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outputs are solids, which always face outward -- Orient to reference is for surfaces.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thicken_plus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T1-T6 (T4 must error)  -  devtools/onshape/check_reference_side_tests.py (34/34)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topsheet_surf studio (the user's derive of Design_Master topsheet and sidewall bodies)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 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Split+, Mutual Trim+, Offset+, Thicken+, Orient to reference (same reference rule);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Thicken+</dc:title>
  <dc:subject>PptxGenJS Presentation</dc:subject>
  <dc:creator>FeatureScript docs</dc:creator>
  <cp:lastModifiedBy>FeatureScript docs</cp:lastModifiedBy>
  <cp:revision>1</cp:revision>
  <dcterms:created xsi:type="dcterms:W3CDTF">2026-09-26T03:46:03Z</dcterms:created>
  <dcterms:modified xsi:type="dcterms:W3CDTF">2026-09-26T03:46:03Z</dcterms:modified>
</cp:coreProperties>
</file>