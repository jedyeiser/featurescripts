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and Cross Section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ski's layup at stations and compute, at each, the bending stiffness EI, torsional stiffness GJ, neutral axis and mass -- then the ski's flex numbers and weight.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xSection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and Cross Section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ski's flex comes from its layup: every ply's shape and material. EI and Cross Section reads the layup straight from CAD (one solid per ply, each with an Onshape material), looks up the moduli in a CSV table, and gives EI(x), GJ(x), the neutral axis and the flex numbers -- so a design change shows its stiffness effect at once.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change a layup, core profile or sidecut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the EI curve for deflection, baseline or profile work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compare a design with measured stiffness</a:t>
            </a:r>
            <a:endParaRPr lang="en-US" sz="1250" dirty="0"/>
          </a:p>
        </p:txBody>
      </p:sp>
      <p:pic>
        <p:nvPicPr>
          <p:cNvPr id="10" name="Image 1" descr="C:\Users\jed.yeiser\documents\featurescripts\docs\decks\ei_and_cross_section\shots\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191" y="960120"/>
            <a:ext cx="4066978" cy="3246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ROY_Test: the output curves (EI, GJ ...) above the ski; the info reports repaired outlines.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and Cross Section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xsection\img\fig02_sta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327" y="914400"/>
            <a:ext cx="6715347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 to ACP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stations evenly spaced, one exactly at each contact point (numbered 0 ... N-1).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and tail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extra each at about the same spacing; the tip's are numbered negative.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cut per body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Outlines are cleaned (duplicates, micron gaps), triangulated and integrated.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of a laminate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and Cross Section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xsection\img\fig03_laminate_e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900" y="914400"/>
            <a:ext cx="5820200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body is a ply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centroid height above the base, its own I, and its modulus E along the ski.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axis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E-weighted centroid; EI is the stiffness about it.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E, not Q11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 ski bends like a beam: Q11 would overstate by ~12 % (wood, Titanal), more for +-45 fabric.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 (1/2)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and Cross Section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tooling\_render\_crops\ei_and_cross_section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502720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502720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29723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2972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85243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85243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240837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240837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294724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294724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326677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326677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" y="381397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3813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to cross section along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wire along the ski (X increasing).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 for the output curves.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contact point (vertex, planar face or mate connector; X only).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 contact point. FCP and ACP are optional, but flex numbers need both.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section bodies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layer solids (composites are unpacked).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library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materialData.csv: name, density, E, nu, Q11 ... Q66.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 (2/2)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and Cross Section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tooling\_render\_crops\ei_and_cross_section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1582896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1582896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86611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86611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09635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09635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127735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127735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CSV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Button: re-read the table.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cross sections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3-200 (50); with FCP / ACP, this many from FCP to ACP.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Bodies &amp; Materials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body: its material must match a CSV name exactly, or choose Ignore / Provide material data.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Options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composites (slow), language, material and body-detail tables.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edges / points / mesh of chosen stations and bodies.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ROY_Test, 35 stations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and Cross Section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xsection\img\fig04_roy_res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449" y="914400"/>
            <a:ext cx="4085101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peaks at 390 N m^2 under the foot; GJ follows (453); the neutral axis sits near mid-thickness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20.7 lb/in and 81.3 mm under 30 kg (variable EI); 16.2 lb/in prismatic. The stations cut 4 bodies with micron gaps, repaired (info).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numbers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and Cross Section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xsection\img\fig05_flex_numb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014" y="914400"/>
            <a:ext cx="4923971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supported at FCP and ACP, a point load at the mount (MRS).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Prismatic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L^3 / (48 EI_avg): the average EI over the span.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EI (Mohr)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x integral s^2 / EI: the stiff middle counts more -- 20.7 vs 16.2 lb/in on ROY_Test.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and Cross Section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&lt;name&gt;_EI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 curve: Z mm = EI N m^2. The input of every other xSection feature.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_GJ, _neutralAxis, _linealDensity, _profileHeight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 (mm = N m^2), NA height, mass per length (1 kg/m = 100 mm), thickness (true scale).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CrossSectionAnalysis (attribute)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per station, read by the Cross-Section Analysis table and Update profile.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Repaired N body section outline(s)...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edges or micron gaps closed; details on the console.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body section(s) between FCP and ACP could not be closed or came out with no 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 is low there.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and Cross Section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materials exactly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Onshape material name must match the CSV Name, case and spaces included; otherwise the body is ignored or needs data.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 Create composites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slowest step and only draws the section wires.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0916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09320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cores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CSV rows (Aspen, Poplar) are isotropic placeholders: EI is fine, their GJ is overstated.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9320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grazing the tip or tail can lose a thin outline (console only).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and Cross Section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xSection (f8deedeb1fbd819a8fa20113), 'Stiffness Tools'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xSect (features/xSect.fs + core/, section/, materials/, beam/)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xSection tests studio: analytic EI / NA / GJ (check_xsection_tests.py)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ROY_Test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docs/explainers/xsection/xsection_explained.md, section 1.1-1.6, 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 and Cross Section, Estimate Stiffness, Estimate Deflection, Generate / Analyze baseline, Update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 and Cross Section</dc:title>
  <dc:subject>PptxGenJS Presentation</dc:subject>
  <dc:creator>FeatureScript docs</dc:creator>
  <cp:lastModifiedBy>FeatureScript docs</cp:lastModifiedBy>
  <cp:revision>1</cp:revision>
  <dcterms:created xsi:type="dcterms:W3CDTF">2026-09-26T04:55:04Z</dcterms:created>
  <dcterms:modified xsi:type="dcterms:W3CDTF">2026-09-26T04:55:04Z</dcterms:modified>
</cp:coreProperties>
</file>