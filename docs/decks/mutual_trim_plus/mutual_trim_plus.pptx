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Trim+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Onshape's mutual trim, with the side to keep on each surface named by a reference instead of by a flip -- so the trim keeps the right corner whatever the surfaces' orientations.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Reference_Side_Features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Trim+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surfaces trim each other along their intersection and each keeps one side. The built-in picks that side with a 'keep opposite side' box per surface, tied to each surface's normal -- which flips when a loft, offset or mirror upstream changes. Mutual Trim+ keeps, on each surface, the side a reference is on.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surfaces meet at a corner you want to keep (a top and a wall)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surface's orientation may change upstream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fillet or thicken will follow the trim edge</a:t>
            </a:r>
            <a:endParaRPr lang="en-US" sz="1250" dirty="0"/>
          </a:p>
        </p:txBody>
      </p:sp>
      <p:pic>
        <p:nvPicPr>
          <p:cNvPr id="10" name="Image 1" descr="C:\Users\jed.yeiser\documents\featurescripts\docs\decks\mutual_trim_plus\shots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191" y="960120"/>
            <a:ext cx="4066978" cy="3246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Trim+ open on the ski: unfilleted top x SW rout wall.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reference instead of a flip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Trim+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1_flip_vs_refer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9130"/>
            <a:ext cx="8229600" cy="23851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flip is about a normal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'Front', 'opposite direction', 'Thickness 1' all mean: relative to the normal -- and normals change freely upstream.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is about the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geometry on the side you mean. The choice survives any change of orientation.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reference, the feature behaves exactly like the built-in.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side is decided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Trim+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4_mutual_t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04" y="914400"/>
            <a:ext cx="5984393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OTHER surface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surface is cut in two by the other one. The side kept is the one on the reference's side of that other surface (signed distance).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nearness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leaning wall the nearest piece can be the wrong one (right). Distance is only a fallback when the pieces do not straddle the other surface.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surface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surface has its own 'keep side nearest reference' arrow: on = the reference's side, off = the other side.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Trim+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mutual_trim_plus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743200" cy="32294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743200" cy="3229495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34580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3458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584448" y="145111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584448" y="145111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193683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1936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584448" y="204211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584448" y="20421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252786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25278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16374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16374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" y="350482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" y="35048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surface body.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side nearest reference (first)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arrow by the first surface. On: keep its side nearer the reference (the inside). Off: the farther side.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other surface body.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side nearest reference (second)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for the second surface.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side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on the keep side of BOTH surfaces -- best a mate connector or vertex in the corner you keep. Empty = the built-in.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the two trimmed surfaces into one body (default on).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side distances: which side each surface kept, and whether by side (normal case) or by distance (fallback).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top x sidewall rout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Trim+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mutual_trim_plus\shots\s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98" y="914400"/>
            <a:ext cx="6476405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Unfilleted_Top_Surf trimmed with SW_Rout, reference Better_Ref, merged (topsheet_surf studio)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surface keeps the part on the reference's side of the other: the top keeps its inside (green), the rout wall keeps the part below the top (blue). The published trimEdges (magenta) is the intersection along which the two were trimmed -- the edge a fillet wants.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whole trim edge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Trim+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mutual_trim_plus\shots\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430"/>
            <a:ext cx="8229600" cy="119853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result from above: keptFaces1 (green) and the trim edge all round the ski (magenta)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keptFaces1 / keptFaces2 tell the two surfaces apart even after Merge makes them one body, so a later feature can offset or thicken just the top, or just the wall.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Trim+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trimmed surfaces (one body when merged).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trimEdges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intersection edges the trim left -- where to fillet. Tracked through the merge.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keptFaces1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faces the first surface kept (still told apart after the merge).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keptFaces2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faces the second surface kept.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trimEdgeCount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trim edges.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union no-op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surfaces do not intersect; nothing was trimmed.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keep side reference cannot be placed on either side of the first/second surface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pieces do not straddle the other surface and the reference is equally far from both. Pick a closer reference inside the corner to keep.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Trim+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reference in the corner you keep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 connector just inside the kept corner (e.g. at MRS) -- not a far plane: a far plane's closest point can land at the tip, where the surfaces have turned.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along trimEdges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trimEdges with Extract variables; it survives upstream edits that renumber edges.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keep their input's orientation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picks the side, not the normal. Built-ins downstream that follow the normal (Thicken, Offset surface, Move face) need Orient to reference first -- or use the reference-side feature instead.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orientation after Merge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Merged, the two halves are one body with one orientation.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Trim+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Reference_Side_Features (22764764a00a7f607dbc1c4d)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mutual_trim_plus  (uses reference_side_utils)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side tests studio: M1-M2  -  devtools/onshape/check_reference_side_tests.py (34/34)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topsheet_surf studio (the user's derive of Design_Master topsheet and sidewall bodies)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docs/explainers/reference_side/reference_side_explained.md, section 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Split+, Mutual Trim+, Offset+, Thicken+, Orient to reference (same reference rule); Extract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Trim+</dc:title>
  <dc:subject>PptxGenJS Presentation</dc:subject>
  <dc:creator>FeatureScript docs</dc:creator>
  <cp:lastModifiedBy>FeatureScript docs</cp:lastModifiedBy>
  <cp:revision>1</cp:revision>
  <dcterms:created xsi:type="dcterms:W3CDTF">2026-09-26T03:45:57Z</dcterms:created>
  <dcterms:modified xsi:type="dcterms:W3CDTF">2026-09-26T03:45:57Z</dcterms:modified>
</cp:coreProperties>
</file>