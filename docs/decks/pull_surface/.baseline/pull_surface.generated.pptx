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pull a face with a grid of handles; the edges keep G0, G1 or G2 with their neighbours along their whole length.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 has no control-net push/pull. Pull surface puts arrow handles on a face; drag them and a new sheet is built from the face's own control net, with the edge rows locked so it still fits its neighbours.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bump or dip to a face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a surface without rebuilding its curves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continuity with surrounding faces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7_pull_sur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60653"/>
            <a:ext cx="4206240" cy="20450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+10 mm at the centre of a cylinder patch, G1 edges.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and handles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7_pull_sur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002" y="914400"/>
            <a:ext cx="517199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/ 3 control-point rows per edge for G0 / G1 / G2: continuity holds along the whole edge.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control points move along the normal; the offsets are solved so the surface passes through each handle.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handles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needs 5+ handles each way before any is free, G2 7+.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docs/decks/pull_surface/shots/dialog.png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 to pull (kept; the result is a new sheet).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curve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across u, edges included (2-20, 4).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curve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across 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/ G1 / G2 along the edges.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offsets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U, V, Offset per handle; filled by dragging; 0 removes.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Iso-curves, keep curves / points, handle grid, offset vectors, print.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(minimum, up to 5); how exactly the face is read.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pulled sheet (pullSurf).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handle is free / holes not kept / solve fell back / trimmed edges held approximately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count or the continuity resets the offsets; set them before dragging.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are dropped; edges trimmed inside the face hold continuity only approximately.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tools tests: P1-P3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Part Studio 1: Pull surface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Pull surface</dc:title>
  <dc:subject>PptxGenJS Presentation</dc:subject>
  <dc:creator>FeatureScript docs</dc:creator>
  <cp:lastModifiedBy>FeatureScript docs</cp:lastModifiedBy>
  <cp:revision>1</cp:revision>
  <dcterms:created xsi:type="dcterms:W3CDTF">2026-09-26T19:27:19Z</dcterms:created>
  <dcterms:modified xsi:type="dcterms:W3CDTF">2026-09-26T19:27:19Z</dcterms:modified>
</cp:coreProperties>
</file>