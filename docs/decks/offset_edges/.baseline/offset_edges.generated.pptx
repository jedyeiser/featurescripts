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edges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one chain by amounts that vary along its length -- regions with ramps and dwells, blended; in-plane or out-of-plane; sharp corners handled.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example_1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edges  ·  example_1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Offset curve is constant and in a sketch plane. Ski edges need offsets that change along the length -- a bevel that grows toward the tip, a step between two zones -- following a 3D chain.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Offsets that vary along a sidecut or edge line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with blends between them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Out-of-plane offsets along a 3D chain</a:t>
            </a:r>
            <a:endParaRPr lang="en-US" sz="1250" dirty="0"/>
          </a:p>
        </p:txBody>
      </p:sp>
      <p:pic>
        <p:nvPicPr>
          <p:cNvPr id="10" name="Image 1" descr="C:\Users\jed.yeiser\documents\featurescripts\docs\explainers\curve_mapping\img\fig05_offset_edg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815477"/>
            <a:ext cx="4206240" cy="15354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OE6 regions + blend, OE10 pins, OE24 corner.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edges  ·  example_1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curve_mapping\img\fig06_region_typ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516" y="914400"/>
            <a:ext cx="4894969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region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 (distances from the reference or two points), start / end offset, Linear / Quadratic / Smooth, dwells.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Neighbouring regions blended over a distance into each, matched to G0 / G1 / G2.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pins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region: offsets at chosen points, flat beyond the first and last.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 (physically)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edges  ·  example_1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curve_mapping\img\fig05_offset_edg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632" y="914400"/>
            <a:ext cx="6888736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'Normal offset'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OUT of the chain's plane (a line in XY offsets along Z).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'Binormal offset'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WITHIN the plane, toward / away from the centre of curvature.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reverse of Frenet naming: describe results physically.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  (1/2)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edges  ·  example_1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solidFill>
            <a:srgbClr val="F3F5F8"/>
          </a:solidFill>
          <a:ln w="12700">
            <a:solidFill>
              <a:srgbClr val="8A8883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MISSING: docs/decks/offset_edges/shots/dialog.png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edges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chain (G1, or with sharp corners).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distance 0 is.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 direction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 the distance direction (+ Show direction indicator).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 normal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 the out-of-plane direction (Flip binormal likewise).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arcs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 to splines / Keep as arcs (concentric or arc pairs).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Sampling density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 per region / blend (20).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  (2/2)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edges  ·  example_1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solidFill>
            <a:srgbClr val="F3F5F8"/>
          </a:solidFill>
          <a:ln w="12700">
            <a:solidFill>
              <a:srgbClr val="8A8883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MISSING: docs/decks/offset_edges/shots/dialog.png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Offset layout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regions / Single region.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Type, name, extent, offset type, start / end offsets, dwells.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Intersections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neighbouring pair: blend, continuities, distances.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Approximation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Degree 3, tolerance 0.01 mm, max control points 100.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frames / regions / blends; print data.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edges  ·  example_1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862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487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(wire)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wire, split at source-edge boundaries and region / blend joints.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177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3255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arc pairs, worst deviation ...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as arcs with varying offsets.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82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regions / overlapping regions / clamped dwell or blend / region consumed by blends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edges  ·  example_1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as arcs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offsets of arcs stay exact arcs (report a radius).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between regions are gaps in the output; blending off gives a step.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06324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301752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Slivers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region boundary within ~1 mm of an edge boundary can leave a sliver edge.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edges  ·  example_1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example_1 (7183868d32cdc7a6ad14410d)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refSurfCreation/offsetEdges (+ engine curveMappingCore)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Offset edges tests: OE1-OE24 (all pass)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docs/explainers/curve_mapping/curve_mapping_explained.md, section 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 Curve, Wrap and Loft, Deform, Measure curve distance, Offset edges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Offset edges</dc:title>
  <dc:subject>PptxGenJS Presentation</dc:subject>
  <dc:creator>FeatureScript docs</dc:creator>
  <cp:lastModifiedBy>FeatureScript docs</cp:lastModifiedBy>
  <cp:revision>1</cp:revision>
  <dcterms:created xsi:type="dcterms:W3CDTF">2026-09-26T19:37:20Z</dcterms:created>
  <dcterms:modified xsi:type="dcterms:W3CDTF">2026-09-26T19:37:20Z</dcterms:modified>
</cp:coreProperties>
</file>