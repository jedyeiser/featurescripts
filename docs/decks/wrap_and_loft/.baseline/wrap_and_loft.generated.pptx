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and Loft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curves onto the profile, offset them along its normal, and loft a strip -- sidewall and core-edge reference surfaces that follow rocker and camber.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curveMapping_public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and Loft  ·  curveMapping_public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surface that follows the profile through the thickness needs the wrapped curve and a matching offset curve, lofted -- with no gaps where source curves meet. Wrap and Loft does all of it in one feature.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Sidewall or core-edge reference surfaces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strip of set height along the profile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 sources (the From path is made for you)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curve_mapping\img\fig03_wrap_and_lo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342925"/>
            <a:ext cx="4206240" cy="248050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20 + second 5: a 25 wide strip along the To normal.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bending map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and Loft  ·  curveMapping_public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urve_mapping\img\fig01_bending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567" y="914400"/>
            <a:ext cx="3638866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length kept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s along the From reference lands s along the To reference (a shift, no scaling).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and width kept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point's offsets in the frame carry over: ribs stay perpendicular.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bend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height h around radius R they stretch or shrink by (R - h) / R, as a real layer does.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and Loft  ·  curveMapping_public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docs/decks/wrap_and_loft/shots/dialog.png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source curves.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edge(s) (G1 chain) and From reference (vertex, mate connector, plane).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edge(s), Flip (reverse To), To reference, Flip normal.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orientation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Frenet (default) / Binormal (face, mate connector or world axis).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offset (20 mm), Flip offset direction, Second direction + Second offset.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output curves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all / Keep wrapped only.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Wrap Curve, + Fix control-point clustering (on), Break spans, Exact ruled surface.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 curves, show frames.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robust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and Loft  ·  curveMapping_public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urve_mapping\img\fig03_wrap_and_lo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976" y="914400"/>
            <a:ext cx="4264048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 shortcut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 sources: From edge(s) disappears; the From path is the To chain projected onto the source plane (wraps, not drapes).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curves meet, the later adopts the first's offset direction: no 0.35 mm gaps at seams.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ruled (option)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exact ruled B-spline instead of a loft where possible; changes face ids.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and Loft  ·  curveMapping_public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(sheet)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face per source curve, unioned.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(wires)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Optional: wrapped, primary, second curves.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fix recommended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when it is off and slivers were found.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and Loft  ·  curveMapping_public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offset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Flip offset direction; primary cannot be negative.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 check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straight source edge cannot define a plane: the flag keeps its previous value.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Loft / union failures are reported on the console only.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and Loft  ·  curveMapping_public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curveMapping_public (d12583277c42b00c63a9b7b7)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wrapAndLoft (+ engine curveMappingCore)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docs/explainers/curve_mapping/curve_mapping_explained.md, section 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Curve, Wrap and Loft, Deform, Measure curve distance, Offset edges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Wrap and Loft</dc:title>
  <dc:subject>PptxGenJS Presentation</dc:subject>
  <dc:creator>FeatureScript docs</dc:creator>
  <cp:lastModifiedBy>FeatureScript docs</cp:lastModifiedBy>
  <cp:revision>1</cp:revision>
  <dcterms:created xsi:type="dcterms:W3CDTF">2026-09-26T19:37:19Z</dcterms:created>
  <dcterms:modified xsi:type="dcterms:W3CDTF">2026-09-26T19:37:19Z</dcterms:modified>
</cp:coreProperties>
</file>