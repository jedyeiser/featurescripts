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Deflection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 the ski under a load case: an EI curve, up to three supports and two applied loads, each spread over a width -- out comes the deflected shape.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xSection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Deflection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numbers are one load case. Estimate Deflection solves any: a bench test, a skier's weight fore and aft, a binding plate. Curvature = M / EI integrated twice gives the shape, zero at supports 1 and 2.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bench or on-snow deflection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effect of a binding plate or mounting moment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EI that would give a shape (drag the curvature)</a:t>
            </a:r>
            <a:endParaRPr lang="en-US" sz="1250" dirty="0"/>
          </a:p>
        </p:txBody>
      </p:sp>
      <p:pic>
        <p:nvPicPr>
          <p:cNvPr id="10" name="Image 1" descr="C:\Users\jed.yeiser\documents\featurescripts\docs\explainers\xsection\img\fig08_deflection_c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136007"/>
            <a:ext cx="4206240" cy="289434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Test2: supports at +-700 mm, 60 N and 20 N loads -&gt; 14.6 mm.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  (1/2)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Deflection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tooling\_render\_crops\estimate_deflection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2743200" cy="276813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2743200" cy="2768138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1344911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134491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1990286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199028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2303928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23039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" y="264445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5488" y="26444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 Edges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EI curve: an edge in the XZ plane, world Z in mm = EI in N m^2 (EI and Cross Section's &lt;name&gt;_EI, a measured or a target curve).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evaluation points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20-500 (100); also EI samples per edge.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shear/moment diagrams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V and 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 deformed beam curvature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 curvature handles; outputs the matching EI (altered_EI).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  (2/2)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Deflection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tooling\_render\_crops\estimate_deflection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1323253" cy="3611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1323253" cy="3611880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854774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85477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155019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15501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4179643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417964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plate/mounting conditions?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 stiffness edge, reaction moment (N m, positive) and its x.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load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3-600 N, balance between two loads; each: location, shape, width.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load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1, 2 (optional 3 with its share); each: location, shape, width.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Options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Span (full EI / supports); Fit or Approximate.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shapes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Deflection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xsection\img\fig09_load_shap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99343"/>
            <a:ext cx="8229600" cy="234471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over a width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shape integrates to the load's force.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too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 can be spread (Logistic suits a support pad).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bug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distributed shape is computed as Logistic today (enum compared with strings). Point is correct.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Test2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Deflection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xsection\img\fig08_deflection_c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815" y="914400"/>
            <a:ext cx="3654370" cy="2514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eiTarget; supports x = -700 / 700; 80 N split 0.75: 60 N at -125, 20 N at 250 (100 mm wide)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deflection_curve sags 14.6 mm near the middle. With 'Alter deformed beam curvature' on, the dragged shape gives altered_EI (dotted).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Deflection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deflection_curve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deflected shape, Z = deflection, true scale.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altered_EI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Optional: the EI curve that gives the dragged curvature (EI format).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than 2 EI samples / all EI zero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1 and 2 at the same x / zero span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Deflection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shapes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fixed, Constant / Linear / Quadratic / Quintic all behave as Logistic.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 fixed share of the load; the deflection is zero only at supports 1 and 2.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301752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reaction moment cannot be negative.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Deflection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xSection (f8deedeb1fbd819a8fa20113), 'Stiffness Tools'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estimateDeflection (+ beam/estimateDeflectionSolver.fs)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Test2 studio: Estimate Deflection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docs/explainers/xsection/xsection_explained.md, section 2.4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 and Cross Section, Estimate Stiffness, Estimate Deflection, Generate / Analyze baseline, Update 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Estimate Deflection</dc:title>
  <dc:subject>PptxGenJS Presentation</dc:subject>
  <dc:creator>FeatureScript docs</dc:creator>
  <cp:lastModifiedBy>FeatureScript docs</cp:lastModifiedBy>
  <cp:revision>1</cp:revision>
  <dcterms:created xsi:type="dcterms:W3CDTF">2026-09-26T04:55:06Z</dcterms:created>
  <dcterms:modified xsi:type="dcterms:W3CDTF">2026-09-26T04:55:06Z</dcterms:modified>
</cp:coreProperties>
</file>