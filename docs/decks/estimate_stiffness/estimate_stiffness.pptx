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Stiffness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flex numbers of any EI curve -- yours, a target, a competitor's -- between two contact points.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xSection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Stiffness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and Cross Section gives flex numbers for a modelled layup. Estimate Stiffness gives the same four numbers for any EI curve, so a measured or target curve can be compared on the same scale.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 target or measured EI curve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EI curves by the numbers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hand-edited EI profile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xsection\img\fig05_flex_numb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09147"/>
            <a:ext cx="4206240" cy="214806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behind the numbers: FCP-ACP simply supported, load at the mount.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Stiffness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estimate_stiffness\shots\di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743200" cy="293023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743200" cy="2930236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34662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34662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97729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9772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236910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236910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276706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276706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3156718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315671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 Edges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EI curve: an edge in the XZ plane, world Z in mm = EI in N m^2 (EI and Cross Section's &lt;name&gt;_EI, a measured or a target curve).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contact point (X only).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 contact point (X only).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Stiffness estimates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Read-only: prismatic lb/in and mm/30 kg; estimated (variable EI) lb/in and mm/30 kg.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Recalculate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Button: compute the numbers.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Stiffness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computed when you press Recalculate and do not follow later geometry changes.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 before ACP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FCP is not before ACP in X nothing is computed, silently.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curves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EI curve shorter than FCP-ACP is extended to reach them.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Stiffness  ·  xSection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xSection (f8deedeb1fbd819a8fa20113), 'Stiffness Tools'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estimateStiffness (+ beam/xSectBeamAnalysis.fs)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studio: Estimate Stiffness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docs/explainers/xsection/xsection_explained.md, section 1.6, 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 and Cross Section, Estimate Stiffness, Estimate Deflection, Generate / Analyze baseline, Update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Estimate Stiffness</dc:title>
  <dc:subject>PptxGenJS Presentation</dc:subject>
  <dc:creator>FeatureScript docs</dc:creator>
  <cp:lastModifiedBy>FeatureScript docs</cp:lastModifiedBy>
  <cp:revision>1</cp:revision>
  <dcterms:created xsi:type="dcterms:W3CDTF">2026-09-26T04:53:00Z</dcterms:created>
  <dcterms:modified xsi:type="dcterms:W3CDTF">2026-09-26T04:53:00Z</dcterms:modified>
</cp:coreProperties>
</file>