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Offset+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surfaces, or curves, toward the side a reference is on -- surfaces of opposite orientation all move the same way, and curves offset in the frame you choose.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Reference_Side_Features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built-in offset surface goes along the normal, and the built-in offset curve works in a sketch plane with a flip. Offset+ offsets each surface body toward the reference's side of it, and offsets 3D curves in a transport, surface-normal or plane frame -- toward the reference too.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from different sources face different ways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3D edge chain needs a constant offset (along a surface, lifted off it, or in plan)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Corners of the chain must be rounded or trimmed cleanly</a:t>
            </a:r>
            <a:endParaRPr lang="en-US" sz="1250" dirty="0"/>
          </a:p>
        </p:txBody>
      </p:sp>
      <p:pic>
        <p:nvPicPr>
          <p:cNvPr id="10" name="Image 1" descr="C:\Users\jed.yeiser\documents\featurescripts\docs\decks\offset_plus\shots\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191" y="960120"/>
            <a:ext cx="4066978" cy="32461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Offset+ open on the ski topsheet: offset 2 mm toward the plane 'Below ski'.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reference instead of a flip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reference_side\img\fig01_flip_vs_refer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79130"/>
            <a:ext cx="8229600" cy="23851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flip is about a normal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'Front', 'opposite direction', 'Thickness 1' all mean: relative to the normal -- and normals change freely upstream.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is about the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geometry on the side you mean. The choice survives any change of orientation.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reference, the feature behaves exactly like the built-in.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 frames and corners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reference_side\img\fig05_offset_curv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1" y="914400"/>
            <a:ext cx="7376479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frame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 is carried along the chain without twisting -- a helix offset 'toward the axis' stays inside (test C7).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normal / plane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a surface, along it, or in the plane perpendicular to a direction (plan view).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on the outside gets an arc (radius = the distance); an overlap on the inside is trimmed to the crossing (test C8).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dialog: surfaces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offset_plus\shots\dialog_surfa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2743200" cy="302998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2743200" cy="3029989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131306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131306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69422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169422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2339751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233975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" y="2671028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5488" y="26710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584448" y="2852891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584448" y="285289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5488" y="3306035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75488" y="330603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SURFACE: offset surface bodies. CURVE: offset edges or wires (next slides).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Faces and surfaces to offset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body is offset toward the reference's side of THAT body.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 distance.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 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 on the side to offset toward. Empty = the arrow alone (a plain flip).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 toward 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arrow. On: toward the reference. Off: away from it.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details: which way each body or chain went, corners and fits.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dialog: curves, plane frame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offset_plus\shots\dialog_pla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2371981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2371981" cy="3611880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124349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12434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573415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157341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2106640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2106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" y="2473960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5488" y="24739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" y="2826546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5488" y="282654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5488" y="311329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75488" y="31132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213229" y="3150474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213229" y="315047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75488" y="3662937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75488" y="366293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Curves and edges to offset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 edges form one chain; each chain becomes one wire.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frame (default) / Surface normal / Plane.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 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 frame: the offset lies in planes perpendicular to this. Empty = world Z (a plan-view offset).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 distance.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 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Here the Front plane: every chain moves toward it.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 toward 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arrow: toward / away.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 per edge (24), Max station spacing (5 mm), Fit tolerance (0.001 mm).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dialog: curves, surface-normal frame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offset_plus\shots\dialog_surfacefr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2096606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2096606" cy="3611880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1958553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195855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2348636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23486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2743150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274315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normal: the direction comes from a surface at each point.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surface whose normals define the offset (its orientation does not matter: normals are kept continuous).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Along surface normal: lift the curve off the surface. Along surface: stay in it, perpendicular to the curve.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6" name="Text 11"/>
          <p:cNvSpPr txBox="1"/>
          <p:nvPr/>
        </p:nvSpPr>
        <p:spPr>
          <a:xfrm>
            <a:off x="3840480" y="4160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topsheet edge chain all three frames land at y 70 (5 mm in): the topsheet is flat across its width there. They differ on twisted chains and curved surfaces (tests C5-C7).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surface offset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offset_plus\shots\surface_s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69357"/>
            <a:ext cx="8229600" cy="120468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Topsheet offset 2 mm toward 'Below ski' (topsheet_surf studio)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topsheet faces down, into the ski. Offset+ reads which side of the topsheet 'Below ski' is on and offsets that way -- if the topsheet's normal flipped upstream, the offset would still go down. The offset surface keeps the topsheet's orientation (still facing down).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for Extract variables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offset surfaces or wires.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startVertex / endVertex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Curves: the ends of each wire (start = the end at the source's start).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startEdge / endEdge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Curves: the edge at each end.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cornerArcs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Curves: the arcs that round the outside corners.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boundaryEdges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Surfaces: the open boundary edges of the offset surfaces.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Corners: N rounded, M trimmed.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corner counts are reported here only (not published).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8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corner(s) could not be closed ... The wire has a gap at each.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corner sharper than the offset allows, or skew 3D pieces. Reduce the distance or split the chain there.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side reference is not to either side of chain k in this frame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reference lies along the curve or on the surface. Move it off to one side.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curve runs along the plane / surface normal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offset direction exists there in that frame.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local reference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 connector or vertex near the geometry, on the side meant.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for 3D chains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flips at an inflection and never twists, so the offset stays on the side it started.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96012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0916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093208" y="91440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keep their input's orientation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picks the side, not the normal. Built-ins downstream that follow the normal (Thicken, Offset surface, Move face) need Orient to reference first -- or use the reference-side feature instead.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0916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0916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093208" y="196596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corners and large distances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offsets neither separate nor cross cleanly the corner is left open, with a warning.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Reference_Side_Features (22764764a00a7f607dbc1c4d)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offset_plus  (uses reference_side_utils)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side tests studio: O1-O2 (surfaces), C1-C8 (curves)  -  devtools/onshape/check_reference_side_tests.py (34/34)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topsheet_surf studio (the user's derive of Design_Master topsheet and sidewall bodies)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docs/explainers/reference_side/reference_side_explained.md, section 2.3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Split+, Mutual Trim+, Offset+, Thicken+, Orient to reference (same reference rule); Extract variables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Offset+</dc:title>
  <dc:subject>PptxGenJS Presentation</dc:subject>
  <dc:creator>FeatureScript docs</dc:creator>
  <cp:lastModifiedBy>FeatureScript docs</cp:lastModifiedBy>
  <cp:revision>1</cp:revision>
  <dcterms:created xsi:type="dcterms:W3CDTF">2026-09-26T03:46:00Z</dcterms:created>
  <dcterms:modified xsi:type="dcterms:W3CDTF">2026-09-26T03:46:00Z</dcterms:modified>
</cp:coreProperties>
</file>