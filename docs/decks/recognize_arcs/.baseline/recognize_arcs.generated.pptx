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arcs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spline edges that a single circular arc represents within a tolerance -- report them, and optionally rebuild the wire with true arcs so Onshape shows their radius.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Curve_tools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arcs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and fitted curves carry arcs as splines: clicking them shows no radius, and drawings and CAM cannot use them as arcs. Recognize arcs asks of each spline 'is this really one arc?' and, where it is, puts a true sketch arc in its place.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spline that should report a radius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which edges of a wire are really arcs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drawings or CAM that need arcs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curve_tools\img\fig07_recognize_ar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65675"/>
            <a:ext cx="4206240" cy="163501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a spline through 9 points of R100 is replaced; R5's coarse spline is not.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arcs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tools\img\fig07_recognize_ar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461" y="914400"/>
            <a:ext cx="6469078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arc, never a biarc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through both ends and the best interior sample must be within tolerance at all 64 samples.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agree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 directions within Max end tangent change of the circle's -- the kink a replacement can add.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passes exactly through the edge's ends; lines and arcs pass through unchanged.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arcs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docs/decks/recognize_arcs/shots/dialog.png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or wires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edges or wire bodies to examine (only splines are candidates).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distance between the spline and its arc (0.01 mm).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end tangent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end-direction change allowed (0.05 deg).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with arcs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On: build a copy with true arcs. Off: report and highlight only.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output wires.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input wire bodies once the copy is built.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 matches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matching splines in green.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line-arc-line chain (R2)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arcs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tools\img\fig07_recognize_ar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461" y="914400"/>
            <a:ext cx="6469078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spline on R200 (30 deg), line -&gt; line, arc R200, 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wire of 3 edges, joints within the 0.05 deg allowance. Also tested: R1 -&gt; arc R100.002; R3 (S-curve) and R5 (coarse) stay splines; R4 report only -&gt; no body.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arcs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rebuilt wire(s) (when Replace with arcs is on).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recognizedCount / candidateCount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Splines replaced / splines examined.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arcEdges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arc edges.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of M spline edges are arcs ... (deviation and tangent change per candidate)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misses are visible.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edges or wire bodies.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arcs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Replace off to see which edges qualify and by how much.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can add up to Max end tangent change at a joint -- keep it small.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arcs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Curve_tools (2143812a99089658c704f0bc)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recognize_arcs  (uses curve_core)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 tangency tests: R1-R5 (9/9 incl. P12/P13, M1/M2)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 tangency tests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docs/explainers/curve_tools/curve_tools_explained.md, section 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wire, Map curve, Merge curve, Evaluate profiles, Fillet wire;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Recognize arcs</dc:title>
  <dc:subject>PptxGenJS Presentation</dc:subject>
  <dc:creator>FeatureScript docs</dc:creator>
  <cp:lastModifiedBy>FeatureScript docs</cp:lastModifiedBy>
  <cp:revision>1</cp:revision>
  <dcterms:created xsi:type="dcterms:W3CDTF">2026-09-26T19:39:57Z</dcterms:created>
  <dcterms:modified xsi:type="dcterms:W3CDTF">2026-09-26T19:39:57Z</dcterms:modified>
</cp:coreProperties>
</file>