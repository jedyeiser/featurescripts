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curve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 one edge into its neighbour as a single fitted spline -- Edit curve / Composite + Approximate in one step -- and keep the right body.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Curve_tools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curve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edge next to a long one (a tip section, a sliver left by a split) wants to be part of it. Onshape has no join; every route is fit-then-replace, and doing it by hand loses the wire's identity. Merge curve fits the two edges as one spline and puts it back where it belongs.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edges of a wire should be one smooth curve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wire's name and identity must survive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ends must still meet their neighbours exactly</a:t>
            </a:r>
            <a:endParaRPr lang="en-US" sz="1250" dirty="0"/>
          </a:p>
        </p:txBody>
      </p:sp>
      <p:pic>
        <p:nvPicPr>
          <p:cNvPr id="10" name="Image 1" descr="C:\Users\jed.yeiser\documents\featurescripts\docs\decks\merge_curve\shots\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347843"/>
            <a:ext cx="4206240" cy="47067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RD baseline after merging its tip section: 2 edges left.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body survives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curve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curve_tools\img\fig04_merge_outcom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91752"/>
            <a:ext cx="8229600" cy="155989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seed is its wire's only edge: the wire is edited and keeps its id and name.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wire has other edges: they and the merged curve become a new wire (info notice).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seed is not on a wire: the fitted spline is the output.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curve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decks\merge_curve\shots\dia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2483168" cy="3611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2483168" cy="3611880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1294106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129410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182961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18296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2405758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240575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" y="271479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5488" y="27147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" y="3023826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75488" y="302382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5488" y="3308463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75488" y="330846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75488" y="3627044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75488" y="36270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75488" y="3936078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75488" y="39360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 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edge that is edited.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edge absorbed; it must meet the seed end to end.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start derivative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the seed's own start tangent (on).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end derivative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the merge edge's own end tangent (on).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Approximation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Degree, tolerance, maximum 100 control points.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Pre-filled with the seed wire's name.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 arc loss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 so when a line or arc becomes a spline.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 diagnostics.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the RD baseline tip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curve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decks\merge_curve\shots\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11257"/>
            <a:ext cx="8229600" cy="92088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baseline's tip section merged into its main edge (the merged edge in blue)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seed wire had other edges, so it was rebuilt: the untouched edge and the merged curve form the new wire, the ends snapped to their neighbours so it still chains.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curve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for Extract variables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startVertex / endVertex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ends of the result (start = the tail end: arc length grows with world X).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startEdge / endEdge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edge at each end.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mergedEdge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merged curve's edge.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 / controlPointCount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the fitted spline.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Rebuilt the seed wire ... original body was replaced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Rebuild case.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 radius not preserved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line or arc became a spline.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G0 connected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two edges do not meet end to end.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curve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 spline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merged line or arc loses its type.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edges?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clean a whole wire use Clean wire instead.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curve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Curve_tools (2143812a99089658c704f0bc)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merge_curve  (uses curve_core)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studio (curve_tools_tests: merge, ends)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Test_1 studio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docs/explainers/curve_tools/curve_tools_explained.md, section 2.3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wire, Map curve, Merge curve, Evaluate profiles, Fillet wire; Extract variables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Merge curve</dc:title>
  <dc:subject>PptxGenJS Presentation</dc:subject>
  <dc:creator>FeatureScript docs</dc:creator>
  <cp:lastModifiedBy>FeatureScript docs</cp:lastModifiedBy>
  <cp:revision>1</cp:revision>
  <dcterms:created xsi:type="dcterms:W3CDTF">2026-09-26T03:46:07Z</dcterms:created>
  <dcterms:modified xsi:type="dcterms:W3CDTF">2026-09-26T03:46:07Z</dcterms:modified>
</cp:coreProperties>
</file>