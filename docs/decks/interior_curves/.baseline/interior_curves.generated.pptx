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34440"/>
            <a:ext cx="155448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377440" y="11887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 curves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2377440" y="21031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four boundary chains, make interior U and V curves that are guaranteed to cross -- a ready network for Gordon Surface.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3205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gordonSurface  ·  Onshape custom feature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43205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 curves  ·  gordonSurface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058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Gordon network needs curves that actually cross. Interior curves fills a four-sided boundary with the rows and columns of a Coons patch, which share their grid points by construction.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761488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Gordon network from its boundary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crossing interior curves to edit later</a:t>
            </a:r>
            <a:endParaRPr lang="en-US" sz="1250" dirty="0"/>
          </a:p>
        </p:txBody>
      </p:sp>
      <p:pic>
        <p:nvPicPr>
          <p:cNvPr id="10" name="Image 1" descr="C:\Users\jed.yeiser\documents\featurescripts\docs\explainers\gordon_surface\img\fig06_interior_curv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517858"/>
            <a:ext cx="4206240" cy="21306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80560" y="4224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boundaries -&gt; Coons grid -&gt; 3 + 3 interior curves.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 curves  ·  gordonSurface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777240" y="914400"/>
            <a:ext cx="2743200" cy="3611880"/>
          </a:xfrm>
          <a:prstGeom prst="rect">
            <a:avLst/>
          </a:prstGeom>
          <a:solidFill>
            <a:srgbClr val="F3F5F8"/>
          </a:solidFill>
          <a:ln w="12700">
            <a:solidFill>
              <a:srgbClr val="8A8883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77240" y="914400"/>
            <a:ext cx="2743200" cy="36118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MISSING: docs/decks/interior_curves/shots/dialog.png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1440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53896"/>
                <a:gridCol w="3072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Boundary chain (edges joined).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Opposite boundary.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Crossing boundary.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Opposite crossing boundary.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Interior U cure count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Interior U curves (3; 1-15).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Interior V cure count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Interior V curves (3).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 &amp; Details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 curve data (its output tolerance / degree are not used).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and messages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 curves  ·  gordonSurface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8961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3886200" cy="914400"/>
        </p:xfrm>
        <a:graphic>
          <a:graphicData uri="http://schemas.openxmlformats.org/drawingml/2006/table">
            <a:tbl>
              <a:tblPr/>
              <a:tblGrid>
                <a:gridCol w="1399032"/>
                <a:gridCol w="24871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holds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interiorU_i, interiorV_i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interior wires.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617720" y="8961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2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188720"/>
          <a:ext cx="4069080" cy="914400"/>
        </p:xfrm>
        <a:graphic>
          <a:graphicData uri="http://schemas.openxmlformats.org/drawingml/2006/table">
            <a:tbl>
              <a:tblPr/>
              <a:tblGrid>
                <a:gridCol w="813816"/>
                <a:gridCol w="32552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/ what to 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845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Boundary curves don't form a closed loop at v0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and limits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 curves  ·  gordonSurface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96012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91440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curve is fitted through count + 2 points (3 x 3 -&gt; 5 points each).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41248" y="196596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in parameter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length; prototype, untested.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 curves  ·  gordonSurface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gordonSurface (d0950ed72a894fbe35c27d43)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interiorCurves (symbol myFeature)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yet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Part Studio 1: Interior curves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docs/explainers/gordon_surface/gordon_surface_explained.md, section 2.2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Gordon Surface, Interior curves, Scaled Curve, Modify curve end, Pull surface, Simplify surface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Interior curves</dc:title>
  <dc:subject>PptxGenJS Presentation</dc:subject>
  <dc:creator>FeatureScript docs</dc:creator>
  <cp:lastModifiedBy>FeatureScript docs</cp:lastModifiedBy>
  <cp:revision>1</cp:revision>
  <dcterms:created xsi:type="dcterms:W3CDTF">2026-09-26T19:27:17Z</dcterms:created>
  <dcterms:modified xsi:type="dcterms:W3CDTF">2026-09-26T19:27:17Z</dcterms:modified>
</cp:coreProperties>
</file>