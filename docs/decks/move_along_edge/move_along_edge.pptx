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or copy bodies, mate connectors, sketch edges or points along an edge, chain or wire -- by a distance along it, or to the point nearest a target.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Transform cannot follow a curve by arc length, and Curve pattern spaces instances evenly. Move Along Edge moves (or copies) things a set distance along a path, or to where the path is nearest a target, turning them with the path if asked.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part at a station along a curve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detail to several named stations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point where a curve meets another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small_tools\img\fig02_nearest_cop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58281"/>
            <a:ext cx="4206240" cy="144979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M15: moved nearest target 1; copies nearest target 2 and at 50 mm.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small_tools\img\fig01_orien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74" y="914400"/>
            <a:ext cx="5380252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the entity turns with the path's tangent.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twist: a rotation-minimising frame (M8 stays on top).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curvature normal: flips at inflections (M7 ends below), arbitrary on lines.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docs/decks/move_along_edge/shots/dialog.png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 to 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Bodies, mate connectors, sketch edges, sketch vertices.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or wire to move along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path; positive = the first edge's own direction.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Reference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vertex: use it instead of the centroid / connector origin.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(signed, 25 mm; Flip direction or the arrow) / Nearest point to a target.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and rotate / Translate only / Rotate only.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docs/decks/move_along_edge/shots/dialog.png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 only / Transported (no twist) / Curve normal (Frenet).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Bodies?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instead of move.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name / Prefix / Suffix + Name text.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 connectors as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points instead of moving connectors.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copies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copies from the same start, each by distance or target, each named.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nearest point and copies (M15)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small_tools\img\fig02_nearest_cop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45" y="914400"/>
            <a:ext cx="7295510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move nearest (250, 60); copies nearest (320, -40) and at 50 mm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 lands at x = 250, copies at 320 and 50. Also tested: a closed loop wraps (M6), moving back past the start extends the path (M9), rotate only turns in place (M18).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moved entities (or copies) / the sources.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initial_copy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copy (Copy on).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copy_1 ... copy_n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additional copies.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only on points / mate connectors cannot be named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names missing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the feature once to refresh the names.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keep identity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moved body is the same body: downstream references survive.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ignores Flip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names refresh only on edit.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Frenet on 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normal: use Transported.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Edge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smallTools (14cdaad24a8beab67af40fe4)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Move_Along_Edge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along edge tests: M1-M20 + M3b (all pass)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docs/explainers/small_tools/small_tools_explained.md, section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curve +; Extract variables (copy_n keys)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 Along Edge</dc:title>
  <dc:subject>PptxGenJS Presentation</dc:subject>
  <dc:creator>FeatureScript docs</dc:creator>
  <cp:lastModifiedBy>FeatureScript docs</cp:lastModifiedBy>
  <cp:revision>1</cp:revision>
  <dcterms:created xsi:type="dcterms:W3CDTF">2026-09-26T19:32:46Z</dcterms:created>
  <dcterms:modified xsi:type="dcterms:W3CDTF">2026-09-26T19:32:46Z</dcterms:modified>
</cp:coreProperties>
</file>