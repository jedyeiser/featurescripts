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per block of the tree that turns what its features produced into named variables and query variables -- regions, cuts, chain ends, the largest faces -- instead of a query variable per name.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Variable_tools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  ·  Variable_tools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variable-driven model needs dozens of named selections so later features keep working when the model changes. Native query variables give one node per name, picked by hand, and cannot express a region, a chain end or 'the two largest faces'. Extract variables publishes them all from one node, from what the source features published.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of features feeds many later selections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selection must be computed (region, chain end, largest N)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must survive changes upstream</a:t>
            </a:r>
            <a:endParaRPr lang="en-US" sz="1250" dirty="0"/>
          </a:p>
        </p:txBody>
      </p:sp>
      <p:pic>
        <p:nvPicPr>
          <p:cNvPr id="10" name="Image 1" descr="C:\Users\jed.yeiser\documents\featurescripts\docs\decks\extract_variables\shots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191" y="960120"/>
            <a:ext cx="4066978" cy="3246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studio: Show highlights what the entries publish; 'Published 6 name(s).'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and the consumer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  ·  Variable_tools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variable_tools\img\fig01_producers_consu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947" y="914400"/>
            <a:ext cx="6450106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features publish keys (output, regions, cuts, ends ...) in a hidden map; built-ins still offer output and modified* keys.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offered by one source is its bare name; by several, key@1, key@2 ... (Print keys lists them).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present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producer's keys exist even when empty, so an entry never breaks after an edit.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Hold, Track, Evaluate on use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  ·  Variable_tools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variable_tools\img\fig02_hold_track_evalu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04" y="914400"/>
            <a:ext cx="7704992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(default)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there, followed through edits that keep it -- verified: follows a 10 mm Move boundary extend.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what later splits and rebuilds make of it.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Re-resolved wherever used: the most live, and the easiest to get wrong.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  ·  Variable_tools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extract_variables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971410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971410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99019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99019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31163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31163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145300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145300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160188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16018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426776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4267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437890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43789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features to read (sorted by tree order).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 to every name with _ (box -&gt; #box_body).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keys from 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Button: one entry per address not yet listed.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name: Type, Source key, Published name, Show, Track / Evaluate on use; Filtered adds entity type, body type, name, largest 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keys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every address with its description.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Optional: one map variable listing everything published.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7"/>
          <p:cNvSpPr txBox="1"/>
          <p:nvPr/>
        </p:nvSpPr>
        <p:spPr>
          <a:xfrm>
            <a:off x="38404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types: Source key, Filtered, Closest to point, Shared edges, Chain end, Edges between points, Bridging curve input, Region.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box bands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  ·  Variable_tools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extract_variables\shots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762" y="914400"/>
            <a:ext cx="3150476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 Box and a split of its faces into bands; prefix 'box'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publish the body (output@1), the two largest faces (Filtered, keep 2), the edges at a corner (Closest to point), shared edges and two regions -- 6 names, plus a manifest. With Show on, the published body and cuts are highlighted.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  ·  Variable_tools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#&lt;prefix&gt;_&lt;name&gt;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value entry: an ordinary variable.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&lt;prefix&gt;_&lt;name&gt; (query)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query entry: a native query variable, in the dropdowns of later features.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 (optional)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map variable listing everything published.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N name(s).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names are published too, and listed.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published yet: press Add keys...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k (key): reason.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published: unknown or ambiguous key (choices listed), a value where geometry was expected, a missing point 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 used twice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entries publish the same name.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  ·  Variable_tools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Add keys, then prune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lists everything the sources offer; delete what you do not need and rename the rest.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Hold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Track for things later split; Evaluate on use only when you know why.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source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offers output: a second source makes the bare 'output' ambiguous -- use output@1.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  ·  Variable_tools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Variable_tools (a47f90bfa6b17a59e20cebd0),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extract_variables, extract_variables_utils, extract_outputs (the producer library, pinned by every producer)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tests studio (4/4), variable_tools_tests (Region, 6/6)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 studio: Extract variables: box bands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docs/explainers/variable_tools/variable_tools_explained.md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producer: Split+, Mutual Trim+, Offset+, Thicken+, Orient to reference, Clean wire, Map / Merge curve,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Extract variables</dc:title>
  <dc:subject>PptxGenJS Presentation</dc:subject>
  <dc:creator>FeatureScript docs</dc:creator>
  <cp:lastModifiedBy>FeatureScript docs</cp:lastModifiedBy>
  <cp:revision>1</cp:revision>
  <dcterms:created xsi:type="dcterms:W3CDTF">2026-09-26T04:14:48Z</dcterms:created>
  <dcterms:modified xsi:type="dcterms:W3CDTF">2026-09-26T04:14:48Z</dcterms:modified>
</cp:coreProperties>
</file>