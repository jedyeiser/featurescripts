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to reference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surfaces so their normals point toward -- or away from -- a reference, so every feature downstream that follows the normal keeps working whatever happens upstream.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Reference_Side_Features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to reference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features pick their side by a surface's normal: Thicken's Thickness 1, Offset surface, extrude 'up to', Move face, Split front / back. Normals flip freely when an upstream loft, offset, mirror or sketch changes -- and the reference-side features keep their inputs' orientation. Orient to reference fixes the normal itself: each surface is turned to face the reference (or away).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downstream follows a surface's normal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come from different sources and face different ways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SEE which way a set of surfaces faces (normal arrows)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reference_side\img\fig01_flip_vs_refer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73644"/>
            <a:ext cx="4206240" cy="1219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flip names a side relative to a normal; a reference names it in the model.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side is read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to reference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2_signed_dis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450" y="914400"/>
            <a:ext cx="6709100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surface body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(P - C) . n at the body's point nearest the reference. s &gt; 0: the normal already points toward it.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only what is wrong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Bodies facing the wrong way are flipped (opFlipOrientation); the rest are left exactly as they are.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 always face outward and cannot be flipped; selecting one is an error.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to reference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orient_to_reference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743200" cy="29676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743200" cy="2967644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34663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3466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93856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9385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584448" y="186388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584448" y="1863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57541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57541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292755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292755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24218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24218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Surfaces to orient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bodies, or faces of them (a face orients its whole surface body).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on the side the normals should face: best a mate connector or vertex near the surfaces.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Normals toward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arrow. On: every normal points toward the reference. Off: away from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normals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editing: arrows along each face's normal, after orientation. Green = already right, orange = flipped here.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Arrow 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of those arrows (10 mm).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sides: each surface's distance to the reference and whether it was flipped.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the normals, evaluated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to reference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7_orient_norm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032" y="914400"/>
            <a:ext cx="5979936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geometry R1-R3, normals read back from Onshape after the feature ran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sheets with opposite normals and a reference between them: 'toward' leaves both alone because they already face it (green); 'away' flips both (orange). A half cylinder with the reference on its axis: every normal ends up pointing at the axis.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to reference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selected surface, oriented.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surfaces this feature flipped.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surfaces that already faced the right way.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flippedCount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were flipped.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Flipped N of M surface(s); K already faced toward / away from the reference.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solid's faces cannot be flipped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surfaces; solids always face outward.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reference lies on surface 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the reference clearly off that surface.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to reference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right before the built-in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the surfaces just before the Thicken, Offset surface or extrude that follows their normal.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local reference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 connector or vertex near the surfaces, on the side meant. A far plane can read the wrong side where a surface curves.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skip the built-in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Thicken+ and Offset+ read the side from a reference directly and do not care which way the normal points.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orientation per body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merged surface (e.g. a Mutual Trim+ result) is one body and gets one orientation for all its faces.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to reference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Reference_Side_Features (22764764a00a7f607dbc1c4d)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orient_to_reference  (uses reference_side_utils)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side tests studio: R1-R4  -  devtools/onshape/check_reference_side_tests.py (34/34)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docs/explainers/reference_side/reference_side_explained.md, sections 1.4 and 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Split+, Mutual Trim+, Offset+, Thicken+ (same reference rule)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 to reference</dc:title>
  <dc:subject>PptxGenJS Presentation</dc:subject>
  <dc:creator>FeatureScript docs</dc:creator>
  <cp:lastModifiedBy>FeatureScript docs</cp:lastModifiedBy>
  <cp:revision>1</cp:revision>
  <dcterms:created xsi:type="dcterms:W3CDTF">2026-09-26T03:45:53Z</dcterms:created>
  <dcterms:modified xsi:type="dcterms:W3CDTF">2026-09-26T03:45:53Z</dcterms:modified>
</cp:coreProperties>
</file>