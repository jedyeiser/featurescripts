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234440"/>
            <a:ext cx="1554480" cy="155448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097280" cy="10972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2377440" y="1188720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210312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surfaces so their normals point toward -- or away from -- a reference, so every feature downstream that follows the normal keeps working whatever happens upstream.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3205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Reference_Side_Features  ·  Onshape custom feature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43205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10058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features pick their side by a surface's normal: Thicken's Thickness 1, Offset surface, extrude 'up to', Move face, Split front / back. Normals flip freely when an upstream loft, offset, mirror or sketch changes -- and the reference-side features keep their inputs' orientation. Orient to reference fixes the normal itself: each surface is turned to face the reference (or away).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68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61488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downstream follows a surface's normal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come from different sources and face different ways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to SEE which way a set of surfaces faces (normal arrows)</a:t>
            </a:r>
            <a:endParaRPr lang="en-US" sz="1250" dirty="0"/>
          </a:p>
        </p:txBody>
      </p:sp>
      <p:pic>
        <p:nvPicPr>
          <p:cNvPr id="10" name="Image 1" descr="C:\Users\jed.yeiser\documents\featurescripts\docs\explainers\reference_side\img\fig01_flip_vs_refere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73644"/>
            <a:ext cx="4206240" cy="1219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0560" y="4224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flip names a side relative to a normal; a reference names it in the model.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side is read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pic>
        <p:nvPicPr>
          <p:cNvPr id="7" name="Image 1" descr="C:\Users\jed.yeiser\documents\featurescripts\docs\explainers\reference_side\img\fig02_signed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450" y="914400"/>
            <a:ext cx="6709100" cy="25146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72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669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surface body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= (P - C) . n at the body's point nearest the reference. s &gt; 0: the normal already points toward it.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766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3863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 only what is wrong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Bodies facing the wrong way are flipped (opFlipOrientation); the rest are left exactly as they are.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96000" y="3566160"/>
            <a:ext cx="2590800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5728" y="3621024"/>
            <a:ext cx="237134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only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 always face outward and cannot be flipped; selecting one is an error.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dialog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pic>
        <p:nvPicPr>
          <p:cNvPr id="7" name="Image 1" descr="C:\Users\jed.yeiser\documents\featurescripts\docs\decks\orient_to_reference\shots\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914400"/>
            <a:ext cx="2743200" cy="29676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7240" y="914400"/>
            <a:ext cx="2743200" cy="2967644"/>
          </a:xfrm>
          <a:prstGeom prst="rect">
            <a:avLst/>
          </a:prstGeom>
          <a:ln w="9525">
            <a:solidFill>
              <a:srgbClr val="D9D6C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75488" y="1346636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75488" y="13466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75488" y="1938562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5488" y="193856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584448" y="1863880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584448" y="18638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475488" y="2575411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5488" y="257541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75488" y="2927557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75488" y="292755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75488" y="3242183"/>
            <a:ext cx="237744" cy="237744"/>
          </a:xfrm>
          <a:prstGeom prst="ellipse">
            <a:avLst/>
          </a:prstGeom>
          <a:solidFill>
            <a:srgbClr val="1651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75488" y="324218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0" y="914400"/>
          <a:ext cx="484632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53896"/>
                <a:gridCol w="3072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means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Surfaces to orient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 bodies, or faces of them (a face orients its whole surface body).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 on the side the normals should face: best a mate connector or vertex near the surfaces.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Normals toward 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arrow. On: every normal points toward the reference. Off: away from it.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normals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While editing: arrows along each face's normal, after orientation. Green = already right, orange = flipped here.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Arrow length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 of those arrows (10 mm).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51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sides: each surface's distance to the reference and whether it was flipped.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the normals, evaluated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pic>
        <p:nvPicPr>
          <p:cNvPr id="7" name="Image 1" descr="C:\Users\jed.yeiser\documents\featurescripts\docs\explainers\reference_side\img\fig07_orient_norma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2032" y="914400"/>
            <a:ext cx="5979936" cy="25146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geometry R1-R3, normals read back from Onshape after the feature ran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sheets with opposite normals and a reference between them: 'toward' leaves both alone because they already face it (green); 'away' flips both (orange). A half cylinder with the reference on its axis: every normal ends up pointing at the axis.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and messages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89611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for Extract variables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886200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2487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holds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selected surface, oriented.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flipped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surfaces this feature flipped.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unchanged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surfaces that already faced the right way.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flippedCount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many were flipped.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617720" y="8961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51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</a:t>
            </a:r>
            <a:endParaRPr lang="en-US" sz="12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188720"/>
          <a:ext cx="4069080" cy="914400"/>
        </p:xfrm>
        <a:graphic>
          <a:graphicData uri="http://schemas.openxmlformats.org/drawingml/2006/table">
            <a:tbl>
              <a:tblPr/>
              <a:tblGrid>
                <a:gridCol w="813816"/>
                <a:gridCol w="3255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/ what to 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Flipped N of M surface(s); K already faced toward / away from the reference.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solid's faces cannot be flipped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surfaces; solids always face outward.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C845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reference lies on surface 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 the reference clearly off that surface.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and limits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" y="96012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41248" y="91440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it right before the built-in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the surfaces just before the Thicken, Offset surface or extrude that follows their normal.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196596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local reference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 connector or vertex near the surfaces, on the side meant. A far plane can read the wrong side where a surface curves.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960120"/>
            <a:ext cx="274320" cy="27432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0916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93208" y="91440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skip the built-in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Thicken+ and Offset+ read the side from a reference directly and do not care which way the normal points.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09160" y="2011680"/>
            <a:ext cx="274320" cy="274320"/>
          </a:xfrm>
          <a:prstGeom prst="ellipse">
            <a:avLst/>
          </a:prstGeom>
          <a:solidFill>
            <a:srgbClr val="C9820A"/>
          </a:solidFill>
          <a:ln w="12700">
            <a:solidFill>
              <a:srgbClr val="C9820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70916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093208" y="1965960"/>
            <a:ext cx="359359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orientation per body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merged surface (e.g. a Mutual Trim+ result) is one body and gets one orientation for all its faces.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475488" cy="475488"/>
          </a:xfrm>
          <a:prstGeom prst="roundRect">
            <a:avLst>
              <a:gd name="adj" fmla="val 15385"/>
            </a:avLst>
          </a:prstGeom>
          <a:solidFill>
            <a:srgbClr val="F3F5F8"/>
          </a:solidFill>
          <a:ln w="9525">
            <a:solidFill>
              <a:srgbClr val="D9D6C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365760"/>
            <a:ext cx="329184" cy="3291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78992" y="256032"/>
            <a:ext cx="7607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3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47960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to reference  ·  Reference_Side_Features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47960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2026-09-25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26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Reference_Side_Features (22764764a00a7f607dbc1c4d)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orient_to_reference  (uses reference_side_utils)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side tests studio: R1-R4  -  devtools/onshape/check_reference_side_tests.py (34/34)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docs/explainers/reference_side/reference_side_explained.md, sections 1.4 and 2.6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3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Split+, Mutual Trim+, Offset+, Thicken+ (same reference rule)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6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 to reference</dc:title>
  <dc:subject>PptxGenJS Presentation</dc:subject>
  <dc:creator>FeatureScript docs</dc:creator>
  <cp:lastModifiedBy>FeatureScript docs</cp:lastModifiedBy>
  <cp:revision>1</cp:revision>
  <dcterms:created xsi:type="dcterms:W3CDTF">2026-09-26T02:30:20Z</dcterms:created>
  <dcterms:modified xsi:type="dcterms:W3CDTF">2026-09-26T02:30:20Z</dcterms:modified>
</cp:coreProperties>
</file>