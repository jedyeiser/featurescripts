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makeCurvesCompitable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utility: make selected curves share degree and knots, and print a before / after report.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gordonSurface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makeCurvesCompitable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surface-from-curves tool here first makes curves compatible. This feature exposes that step for checking: what degrees, knots and control-point counts the curves have before and after.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skinning or Gordon problem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curve structure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gordon_surface\img\fig05_compat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53736"/>
            <a:ext cx="4206240" cy="125888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elevation and knot union, exact.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makeCurvesCompitable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to make compatible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curves (in selection order).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Report?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Degrees, control-point counts, knots, rational flags, match checks -- before and after.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wire?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the compatible curves as wires compatibleBSpline_i (shapes unchanged).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makeCurvesCompitable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name is misspelled and its description is empty.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read without forcing non-rational.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makeCurvesCompitable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gordonSurface (d0950ed72a894fbe35c27d43)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gordonCurveCompat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docs/explainers/gordon_surface/gordon_surface_explained.md, section 1.1, 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Surface, Interior curves, Scaled Curve, Modify curve end, Pull surface, Simplify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makeCurvesCompitable</dc:title>
  <dc:subject>PptxGenJS Presentation</dc:subject>
  <dc:creator>FeatureScript docs</dc:creator>
  <cp:lastModifiedBy>FeatureScript docs</cp:lastModifiedBy>
  <cp:revision>1</cp:revision>
  <dcterms:created xsi:type="dcterms:W3CDTF">2026-09-26T19:27:20Z</dcterms:created>
  <dcterms:modified xsi:type="dcterms:W3CDTF">2026-09-26T19:27:20Z</dcterms:modified>
</cp:coreProperties>
</file>