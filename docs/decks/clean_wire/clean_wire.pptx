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 messy model-made wire with fewer edges and control points: tangent stretches become one spline each, real corners stay corners, lines and arcs pass through exactly.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Curve_tools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Model-made wires come out correct but messy: slivers a tenth of a millimetre long, 0.4 deg kinks, heavy rational splines -- and lofts and fills through them wiggle or fail. Native Approximate samples 200 fixed points and ignores corners. Clean wire rebuilds the wire run by run.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 feeds a loft, fill or driven offset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slivers or near-tangent kinks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lighter curve that stays within 0.01 mm</a:t>
            </a:r>
            <a:endParaRPr lang="en-US" sz="1250" dirty="0"/>
          </a:p>
        </p:txBody>
      </p:sp>
      <p:pic>
        <p:nvPicPr>
          <p:cNvPr id="10" name="Image 1" descr="C:\Users\jed.yeiser\documents\featurescripts\docs\decks\clean_wire\shots\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37939"/>
            <a:ext cx="4206240" cy="69048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SW_SHELF after Clean wire (Auto): 13 runs, max deviation 0.009 mm.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joint is read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1_joints_sliv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42" y="914400"/>
            <a:ext cx="693951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Tangent, near, corner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0.57 deg: merged. Under the corner angle (3 deg): merged if 'make tangent' is on. Larger: a corner, kept.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Slivers (&lt; 0.5 mm)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their own two joints: absorbed next to a tangent joint, kept as a chamfer between two corners.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and arcs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line or arc passes through unchanged; arcs stay sketch arcs, so Onshape shows their radius.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where the curve bends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2_adaptive_samp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35" y="914400"/>
            <a:ext cx="673653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from the tolerance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sqrt(4 tol / kappa): the chord between samples misses the curve by half the tolerance.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edge skipped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200 samples per edge, 0.05 to 10 mm apart -- a sliver still gets its samples.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end tangents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fit starts and ends on the true tangent, so runs join smoothly.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(Auto)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lean_wir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26732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26732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03465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0346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21077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2107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49175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4917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166211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16621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41946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41946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256441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256441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272666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27266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" y="28937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5488" y="28937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" y="307328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75488" y="307328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5488" y="323553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75488" y="32355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" y="338048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75488" y="33804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75488" y="353786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75488" y="35378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75488" y="369524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5488" y="3695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75488" y="385262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75488" y="385262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75488" y="400999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75488" y="400999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75488" y="416737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75488" y="41673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AUTO: runs made from the joints. MANUAL: you group edges yourself (Auto-populate fills the groups).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wire body or the edges of one open chain.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result.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each run's edges, exact copy or fit, control points, deviation.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angle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Joints turning more than this are corners (3 deg keeps the ski's ramp creases).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nearly tangent joints tangent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joints between 0.57 deg and the corner angle.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Sliver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shorter than this are judged as slivers (0.5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control points to tolerance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Button: fit every run with no cap; set the maximum to what the largest run needed.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(Auto)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lean_wir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26732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26732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03465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03465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21077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2107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49175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4917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166211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16621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41946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41946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256441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256441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272666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27266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" y="28937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5488" y="28937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" y="307328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75488" y="307328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5488" y="323553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75488" y="323553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" y="338048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75488" y="33804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75488" y="353786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75488" y="35378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75488" y="369524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75488" y="3695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75488" y="385262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75488" y="385262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75488" y="400999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75488" y="400999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75488" y="416737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75488" y="41673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Approximation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3, tolerance 0.01 mm, maximum 30 control 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deviation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the result's largest distance from the source.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deviation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that deviation as a comb.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 the runs in the view.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input wire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the source wire (whole wire bodies only).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clean the plan view: the 3D wire is dropped onto a wall over the cleaned plan.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control points and edges before / after.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Joints, runs, corners, control polygons.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before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lean_wire\shots\bef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9161"/>
            <a:ext cx="8229600" cy="15050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SW_SHELF wire as the model makes it: 17 edges (plan view, ticks at the joints)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short pieces and near-tangent joints -- each a place a loft or offset can wiggle.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after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lean_wire\shots\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6228"/>
            <a:ext cx="8229600" cy="13509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(Auto), default settings: 13 runs, max deviation 0.009 mm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stretches refitted as one spline each, the real corners kept, lines and arcs copied exactly.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startVertex / endVertex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ends of the result (start = the tail end: arc length grows with world X).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startEdge / endEdge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edge at each end.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breakVertices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vertices between runs (the corners kept).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of tolerance: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run misses the source by more than the tolerance: raise its control points, or split 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edge(s) -&gt; M; K corner(s) inside a group were fitted through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mode.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8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...came out as N bodies instead of 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joint did not close; the gaps are listed.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loops are not supported / not one 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one open chain.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Runs list; switch to Manual (Auto-populate) only to override a run.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body or its keys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the result's edge ids: they change whenever a run changes.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chains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loops are refused.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groups go stale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point at the source's edges; after an upstream renumbering, Auto-populate again.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wire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Curve_tools (2143812a99089658c704f0bc)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clean_wire  (uses curve_core)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studio (curve_tools_tests: ends, runs in order)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Test_1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docs/explainers/curve_tools/curve_tools_explained.md, section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wire, Map curve, Merge curve, Evaluate profiles, Fillet wire;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wire</dc:title>
  <dc:subject>PptxGenJS Presentation</dc:subject>
  <dc:creator>FeatureScript docs</dc:creator>
  <cp:lastModifiedBy>FeatureScript docs</cp:lastModifiedBy>
  <cp:revision>1</cp:revision>
  <dcterms:created xsi:type="dcterms:W3CDTF">2026-09-26T04:07:29Z</dcterms:created>
  <dcterms:modified xsi:type="dcterms:W3CDTF">2026-09-26T04:07:29Z</dcterms:modified>
</cp:coreProperties>
</file>