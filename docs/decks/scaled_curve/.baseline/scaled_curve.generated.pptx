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Curve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curve between two rails whose position across them changes along its length -- 30 % at the start, 70 % at the end, along a chosen transition.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gordonSurface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Curve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mid-curve between two rails at a varying percentage is tedious by hand. Scaled Curve blends the rails point by point with a factor that travels from the initial to the final value.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 line drifting between two edges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midline between two rails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curves for a network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gordon_surface\img\fig04_scaled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81639"/>
            <a:ext cx="4206240" cy="180308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SC3 and the three transition shapes.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Curve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docs/decks/scaled_curve/shots/dialog.png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rail (edges joined); Flip? reverses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rail.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curve scalefactor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 = on Group 0, 0 = halfway, +0.5 = on Group 1.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curve scalefactor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value at the end.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/ Sinusoidal / Logistic.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the wire.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onto surface?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face: drop the result onto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&amp;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ends / curves; output samples, tolerance, degree; input sampling.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SC3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Curve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gordon_surface\img\fig04_scaled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964" y="914400"/>
            <a:ext cx="5866072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 R100 and R200, scale factor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 R150 arc (within 0.00062 mm) -- but only its first radian: the known arc bug. SC0: lines y = 0 and y = 100 -&gt; y = 50; SC2: output degree 5.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Curve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(wire)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scaled curve, named by Curve name.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Curve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Arcs: first radian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arc rails the result stops after 1 rad of each arc (bug; SC3 checks only the radius).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parameter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length: uneven rails skew the blend. Orientation is manual (Flip).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move the ends.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Curve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gordonSurface (d0950ed72a894fbe35c27d43)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scaledCurve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 tools tests: SC0-SC3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Part Studio 1: Scaled Curve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docs/explainers/gordon_surface/gordon_surface_explained.md, section 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 Surface, Interior curves, Scaled Curve, Modify curve end, Pull surface, Simplify 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Scaled Curve</dc:title>
  <dc:subject>PptxGenJS Presentation</dc:subject>
  <dc:creator>FeatureScript docs</dc:creator>
  <cp:lastModifiedBy>FeatureScript docs</cp:lastModifiedBy>
  <cp:revision>1</cp:revision>
  <dcterms:created xsi:type="dcterms:W3CDTF">2026-09-26T19:27:18Z</dcterms:created>
  <dcterms:modified xsi:type="dcterms:W3CDTF">2026-09-26T19:27:18Z</dcterms:modified>
</cp:coreProperties>
</file>