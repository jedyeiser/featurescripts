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234440"/>
            <a:ext cx="1554480" cy="155448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377440" y="118872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footprint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2377440" y="21031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sidecut from its radius: draw the radius along the ski as sketch lines, get the outline -- exact arcs where the radius is constant, placed so the waist lands where you ask.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3205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  ·  Onshape custom feature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43205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footprint  ·  footprint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0058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sidecut is designed by its radii, but drawn as an outline. Integrate footprint turns a radius profile into the outline: curvature integrated twice, with the waist location (or taper) and width you set. Constant-radius stretches come out as true arcs that report their radius.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468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761488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sidecut from radius targets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 reverse-radius flank or a transition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arcs that show 'R 14000' when clicked</a:t>
            </a:r>
            <a:endParaRPr lang="en-US" sz="1250" dirty="0"/>
          </a:p>
        </p:txBody>
      </p:sp>
      <p:pic>
        <p:nvPicPr>
          <p:cNvPr id="10" name="Image 1" descr="C:\Users\jed.yeiser\documents\featurescripts\docs\explainers\footprint\img\fig02_integr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244266"/>
            <a:ext cx="4206240" cy="267782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480560" y="42245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IF3: profile lines at R14 m and R3 m (reverse) -&gt; three exact, tangent arcs.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footprint  ·  footprint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pic>
        <p:nvPicPr>
          <p:cNvPr id="7" name="Image 1" descr="C:\Users\jed.yeiser\documents\featurescripts\docs\explainers\footprint\img\fig01_vocabula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067" y="914400"/>
            <a:ext cx="5359866" cy="25146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669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 and RSL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FCP / ACP where the ski meets the snow; RSL between them, MRS its middle.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766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3863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Waist, widest, inflection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Narrowest point; widest point of each half; where the curvature changes sign.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960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2057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of the line joining the widest points; positive when the tip is wider.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where it matters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footprint  ·  footprint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pic>
        <p:nvPicPr>
          <p:cNvPr id="7" name="Image 1" descr="C:\Users\jed.yeiser\documents\featurescripts\docs\explainers\footprint\img\fig02_integr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7076" y="914400"/>
            <a:ext cx="3949847" cy="25146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669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radius -&gt; arc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form sin(phi) = sin(phi0) + (x - x0) / R: an exact circle, emitted as a sketch arc.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766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3863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radius -&gt; spline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sloped profile line is integrated numerically and joins the arcs tangentially.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960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2057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 by a solver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Tangent angle solved so the waist lands at the waist location (or the taper matches), then shifted to the waist width.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dialog  (1/2)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footprint  ·  footprint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777240" y="914400"/>
            <a:ext cx="2743200" cy="3611880"/>
          </a:xfrm>
          <a:prstGeom prst="rect">
            <a:avLst/>
          </a:prstGeom>
          <a:solidFill>
            <a:srgbClr val="F3F5F8"/>
          </a:solidFill>
          <a:ln w="12700">
            <a:solidFill>
              <a:srgbClr val="8A8883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777240" y="914400"/>
            <a:ext cx="2743200" cy="36118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MISSING: docs/decks/integrate_footprint/shots/dialog.png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914400"/>
          <a:ext cx="484632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453896"/>
                <a:gridCol w="30723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Spline method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APPROX / FIT: how transition splines are made.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Mode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curve per same-sign region, or per profile edge.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Unify curves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curve for all (ignored when there are arcs).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Force arcs / lines -- rational curves that do NOT report a radius.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Waist/Taper Angle Calculations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WAIST: place the narrowest point; TAPER: set the overall taper angle.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Waist location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World X of the waist (65 mm).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Waist width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width at the waist (95 mm).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dialog  (2/2)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footprint  ·  footprint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777240" y="914400"/>
            <a:ext cx="2743200" cy="3611880"/>
          </a:xfrm>
          <a:prstGeom prst="rect">
            <a:avLst/>
          </a:prstGeom>
          <a:solidFill>
            <a:srgbClr val="F3F5F8"/>
          </a:solidFill>
          <a:ln w="12700">
            <a:solidFill>
              <a:srgbClr val="8A8883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777240" y="914400"/>
            <a:ext cx="2743200" cy="36118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MISSING: docs/decks/integrate_footprint/shots/dialog.png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914400"/>
          <a:ext cx="484632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453896"/>
                <a:gridCol w="30723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Radius Profile(s)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profile sketch lines: 10 mm of y = 1 m of radius; below y = 0 = reverse.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 points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FCP sets which end is the forebody (taper sign). ACP is not used yet.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 definition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Y-axis scaling: 10 / 20 / 50 / 100 mm per metre.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Spline approximation parameters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Degree, maximum control points, tolerance.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Debug &amp; details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Samples per profile edge; group output into one wire.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Recalculate?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effect.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IF3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footprint  ·  footprint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pic>
        <p:nvPicPr>
          <p:cNvPr id="7" name="Image 1" descr="C:\Users\jed.yeiser\documents\featurescripts\docs\explainers\footprint\img\fig02_integr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7076" y="914400"/>
            <a:ext cx="3949847" cy="25146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35204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Profile: R14 m core line (y = 140), R3 m reverse flanks (y = -30); waist width 200 at x = 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exact arcs R3000 / R14000 / R3000, tangent at the joints; widest points exactly at x = +-667.857. Also tested: IF1 one line -&gt; one arc R14000; IF2 25 / 14 / 25 m -&gt; three arcs; IF5 placed by taper 0.25 deg; IF6 sloped transitions -&gt; exact core + 2 tangent splines.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and messages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footprint  ·  footprint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89611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3886200" cy="914400"/>
        </p:xfrm>
        <a:graphic>
          <a:graphicData uri="http://schemas.openxmlformats.org/drawingml/2006/table">
            <a:tbl>
              <a:tblPr/>
              <a:tblGrid>
                <a:gridCol w="1399032"/>
                <a:gridCol w="248716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holds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(wire)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+Y side wire: sketch arcs for constant radius, splines for transitions.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617720" y="89611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12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1188720"/>
          <a:ext cx="4069080" cy="914400"/>
        </p:xfrm>
        <a:graphic>
          <a:graphicData uri="http://schemas.openxmlformats.org/drawingml/2006/table">
            <a:tbl>
              <a:tblPr/>
              <a:tblGrid>
                <a:gridCol w="813816"/>
                <a:gridCol w="325526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 / what to 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A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(none)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messages; a solver that does not converge stops on its last try silently.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and limits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footprint  ·  footprint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960120"/>
            <a:ext cx="274320" cy="27432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960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914400"/>
            <a:ext cx="78455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lines for arcs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constant-radius (horizontal) profile line gives an exact arc.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011680"/>
            <a:ext cx="274320" cy="274320"/>
          </a:xfrm>
          <a:prstGeom prst="ellipse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41248" y="1965960"/>
            <a:ext cx="78455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edges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edge may not cross y = 0: split concave and reverse regions.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3063240"/>
            <a:ext cx="274320" cy="274320"/>
          </a:xfrm>
          <a:prstGeom prst="ellipse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41248" y="3017520"/>
            <a:ext cx="78455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arcs are rational splines and report no radius; leave it off for radius callouts.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lives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footprint  ·  footprint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2026-09-26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footprint (52724f3a857fa52d3ecceb77)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integrateFootprint (+ fpt_geometry, arcFit)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Footprint tests studio (build_ / check_footprint_tests.py): IF1-IF8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docs/explainers/footprint/footprint_explained.md, section 1.2, 2.1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Integrate footprint, Analyze footprint, Scale Footprint, Arc fit, Generate Footprint Points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Integrate footprint</dc:title>
  <dc:subject>PptxGenJS Presentation</dc:subject>
  <dc:creator>FeatureScript docs</dc:creator>
  <cp:lastModifiedBy>FeatureScript docs</cp:lastModifiedBy>
  <cp:revision>1</cp:revision>
  <dcterms:created xsi:type="dcterms:W3CDTF">2026-09-26T19:18:16Z</dcterms:created>
  <dcterms:modified xsi:type="dcterms:W3CDTF">2026-09-26T19:18:16Z</dcterms:modified>
</cp:coreProperties>
</file>