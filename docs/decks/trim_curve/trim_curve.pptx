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curve (reference copy)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verbatim copy of Onshape's own Trim curve (Move curve boundary), kept to compare with Trim curve +. Use the native feature.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smallTools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curve (reference copy)  ·  smallTools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OS_Trim.fs is PTC's MIT-licensed source of native Trim curve with only the version bumped. It exists so Trim curve + can be compared with it; nothing imports it.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 models: use the native Trim curve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how the native feature works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small_tools\img\fig03_trim_curve_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17925"/>
            <a:ext cx="4206240" cy="17305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Trim curve + adds: cuts at exact positions.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curve (reference copy)  ·  smallTools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curve boundary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 / Extend.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Curves to adjust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Non-sketch wires.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condition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(Extend) Blind + distance, or Up to entity; then extension shape.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entity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(Trim) where to trim.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the end / side.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Opposite direction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curve (reference copy)  ·  smallTools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smallTools (14cdaad24a8beab67af40fe4)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OS_Trim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docs/explainers/small_tools/small_tools_explained.md, section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 curve 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Trim curve (reference copy)</dc:title>
  <dc:subject>PptxGenJS Presentation</dc:subject>
  <dc:creator>FeatureScript docs</dc:creator>
  <cp:lastModifiedBy>FeatureScript docs</cp:lastModifiedBy>
  <cp:revision>1</cp:revision>
  <dcterms:created xsi:type="dcterms:W3CDTF">2026-09-26T19:32:47Z</dcterms:created>
  <dcterms:modified xsi:type="dcterms:W3CDTF">2026-09-26T19:32:47Z</dcterms:modified>
</cp:coreProperties>
</file>