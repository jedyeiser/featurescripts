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34440"/>
            <a:ext cx="155448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377440" y="118872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curve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2103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 span from one chain onto another by arc length from a reference point: s mm along the first from its zero lands s mm along the second from its zero.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3205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Curve_tools  ·  Onshape custom feature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3205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curve  ·  Curve_tools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058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stations are needed on different curves of a ski -- the RSL, the side profile, the core bottom -- measured along each curve from the same place (the FCP). Trim and split work by position, not by distance along the curve. Map curve measures along both chains from a zero point.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468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61488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span defined on one curve is needed on another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must follow the curve, not X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Arcs must stay arcs (Trim mode never refits)</a:t>
            </a:r>
            <a:endParaRPr lang="en-US" sz="1250" dirty="0"/>
          </a:p>
        </p:txBody>
      </p:sp>
      <p:pic>
        <p:nvPicPr>
          <p:cNvPr id="10" name="Image 1" descr="C:\Users\jed.yeiser\documents\featurescripts\docs\decks\map_curve\shots\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266566"/>
            <a:ext cx="4206240" cy="6332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0560" y="4224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SKI_PROFILE trimmed to the RSL span, measured along it from the FCP.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 from a zero point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curve  ·  Curve_tools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pic>
        <p:nvPicPr>
          <p:cNvPr id="7" name="Image 1" descr="C:\Users\jed.yeiser\documents\featurescripts\docs\explainers\curve_tools\img\fig03_map_arc_leng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5957"/>
            <a:ext cx="8229600" cy="111148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669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distance along each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from-chain's span [start, end], measured from its zero, is laid onto the to-chain from its zero.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766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863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X or closest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X: the zero lands where each chain crosses the point's X. Closest point: the nearest point on each chain.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960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57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check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chains run opposite ways at the zero, the feature stops and asks for Flip to-chain.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dialog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curve  ·  Curve_tools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pic>
        <p:nvPicPr>
          <p:cNvPr id="7" name="Image 1" descr="C:\Users\jed.yeiser\documents\featurescripts\docs\decks\map_curve\shots\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14400"/>
            <a:ext cx="2001546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7240" y="914400"/>
            <a:ext cx="2001546" cy="3611880"/>
          </a:xfrm>
          <a:prstGeom prst="rect">
            <a:avLst/>
          </a:prstGeom>
          <a:ln w="9525">
            <a:solidFill>
              <a:srgbClr val="D9D6C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" y="1409548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75488" y="14095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75488" y="1908033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5488" y="190803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75488" y="2339385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75488" y="233938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5488" y="278206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5488" y="278206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75488" y="307150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75488" y="30715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" y="3526109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75488" y="352610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2842794" y="3526109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842794" y="352610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75488" y="377113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75488" y="37711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75488" y="4027750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75488" y="402775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14400"/>
          <a:ext cx="48463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53896"/>
                <a:gridCol w="3072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Deform from-edges onto to-edges / TRIM to-edges to the from span / Deform and merge to one curve.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edges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chain that sets the span.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edges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chain the span lands on (never modified).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SHARED: one zero point for both. SEPARATE: a zero for each chain.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mate connector or vertex (e.g. the FCP).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X (default) or CLOSEST POINT: how the zero lands on each chain.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 to-chain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arrow: when the two chains run opposite ways at the zero.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 the result.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ends (green start, red end) and a summary.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trim to the RSL span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curve  ·  Curve_tools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pic>
        <p:nvPicPr>
          <p:cNvPr id="7" name="Image 1" descr="C:\Users\jed.yeiser\documents\featurescripts\docs\decks\map_curve\shots\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2238"/>
            <a:ext cx="8229600" cy="123892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SKI_PROFILE (grey) trimmed to the span of RSL_Wire (orange), zero at the FCP vertex -- result in blue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mode copies the to-edges and cuts them exactly at the two arc lengths; nothing is refitted, so the profile's arcs stay arcs.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and messages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curve  ·  Curve_tools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89611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for Extract variables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886200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2487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holds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startVertex / endVertex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ends of the result (start = the tail end: arc length grows with world X).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startEdge / endEdge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edge at each end.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spanStart / spanEnd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from-chain's span, measured from its zero.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toStart / toEnd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that span lands on the to-chain.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 used (Deform modes).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617720" y="8961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813816"/>
                <a:gridCol w="3255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/ what to 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point in opposite directions ... Tick Flip to-chain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from-edges run X mm past the start / end of the to-edges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to-chain is too short for the span.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span the zero point's X; closest point used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X fell back to Closest point.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Merged result is a spline; arc radius not preserved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Deform and merge mode.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and limits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curve  ·  Curve_tools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960120"/>
            <a:ext cx="274320" cy="2743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914400"/>
            <a:ext cx="784555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Trim for exact results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cuts the original edges; lines and arcs keep their type.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274320" cy="274320"/>
          </a:xfrm>
          <a:prstGeom prst="ellipse">
            <a:avLst/>
          </a:prstGeom>
          <a:solidFill>
            <a:srgbClr val="C9820A"/>
          </a:solidFill>
          <a:ln w="12700">
            <a:solidFill>
              <a:srgbClr val="C982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1965960"/>
            <a:ext cx="784555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 modes are phase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give the to-chain over the from span, resampled and refitted; carrying geometry that lies off the from-chain is not built yet.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274320" cy="2743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3017520"/>
            <a:ext cx="784555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Arcs only on arc hosts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2026-09-25 a mapped piece is an arc only where the host is a true arc (M2: R500); on a near-circle spline it stays a spline (M1). Use Recognize arcs to convert splines.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curve  ·  Curve_tools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Curve_tools (2143812a99089658c704f0bc)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map_curve  (uses curve_core)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studio (curve_tools_tests: trim to-edges, ends)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Test_1 studio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docs/explainers/curve_tools/curve_tools_explained.md, section 2.2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wire, Map curve, Merge curve, Evaluate profiles, Fillet wire; Extract variables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 curve</dc:title>
  <dc:subject>PptxGenJS Presentation</dc:subject>
  <dc:creator>FeatureScript docs</dc:creator>
  <cp:lastModifiedBy>FeatureScript docs</cp:lastModifiedBy>
  <cp:revision>1</cp:revision>
  <dcterms:created xsi:type="dcterms:W3CDTF">2026-09-26T19:39:56Z</dcterms:created>
  <dcterms:modified xsi:type="dcterms:W3CDTF">2026-09-26T19:39:56Z</dcterms:modified>
</cp:coreProperties>
</file>