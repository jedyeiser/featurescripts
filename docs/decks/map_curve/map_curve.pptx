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curve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a span from one chain onto another by arc length from a reference point: s mm along the first from its zero lands s mm along the second from its zero.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Curve_tools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stations are needed on different curves of a ski -- the RSL, the side profile, the core bottom -- measured along each curve from the same place (the FCP). Trim and split work by position, not by distance along the curve. Map curve measures along both chains from a zero point.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span defined on one curve is needed on another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Distances must follow the curve, not X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Arcs must stay arcs (Trim mode never refits)</a:t>
            </a:r>
            <a:endParaRPr lang="en-US" sz="1250" dirty="0"/>
          </a:p>
        </p:txBody>
      </p:sp>
      <p:pic>
        <p:nvPicPr>
          <p:cNvPr id="10" name="Image 1" descr="C:\Users\jed.yeiser\documents\featurescripts\docs\decks\map_curve\shots\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266566"/>
            <a:ext cx="4206240" cy="63322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SKI_PROFILE trimmed to the RSL span, measured along it from the FCP.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 length from a zero point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curve_tools\img\fig03_map_arc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15957"/>
            <a:ext cx="8229600" cy="111148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distance along each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from-chain's span [start, end], measured from its zero, is laid onto the to-chain from its zero.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X or closest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X: the zero lands where each chain crosses the point's X. Closest point: the nearest point on each chain.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check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chains run opposite ways at the zero, the feature stops and asks for Flip to-chain.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map_curve\shots\dialo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001546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001546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40954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4095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90803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90803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33938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33938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7820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7820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307150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307150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52610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52610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2842794" y="352610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2842794" y="352610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" y="377113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75488" y="377113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75488" y="402775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75488" y="402775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Deform from-edges onto to-edges / TRIM to-edges to the from span / Deform and merge to one curve.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chain that sets the span.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edges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chain the span lands on (never modified).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SHARED: one zero point for both. SEPARATE: a zero for each chain.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mate connector or vertex (e.g. the FCP).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X (default) or CLOSEST POINT: how the zero lands on each chain.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 to-chain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arrow: when the two chains run opposite ways at the zero.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result.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ends (green start, red end) and a summary.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trim to the RSL span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pic>
        <p:nvPicPr>
          <p:cNvPr id="7" name="Image 1" descr="C:\Users\jed.yeiser\documents\featurescripts\docs\decks\map_curve\shots\resu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2238"/>
            <a:ext cx="8229600" cy="12389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SKI_PROFILE (grey) trimmed to the span of RSL_Wire (orange), zero at the FCP vertex -- result in blue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mode copies the to-edges and cuts them exactly at the two arc lengths; nothing is refitted, so the profile's arcs stay arcs.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startVertex / endVertex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ends of the result (start = the tail end: arc length grows with world X).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startEdge / endEdge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edge at each end.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spanStart / spanEnd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from-chain's span, measured from its zero.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toStart / toEnd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that span lands on the to-chain.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used (Deform modes).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chains point in opposite directions ... Tick Flip to-chain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from-edges run X mm past the start / end of the to-edges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to-chain is too short for the span.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not span the zero point's X; closest point used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X fell back to Closest point.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AF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result is a spline; arc radius not preserved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Deform and merge mode.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Trim for exact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cuts the original edges; lines and arcs keep their type.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784555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 modes are phase 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give the to-chain over the from span, resampled and refitted; carrying geometry that lies off the from-chain is not built yet.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curve  ·  Curve_tools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2026-09-25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Curve_tools (2143812a99089658c704f0bc)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map_curve  (uses curve_core)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studio (curve_tools_tests: trim to-edges, ends)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Test_1 studio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docs/explainers/curve_tools/curve_tools_explained.md, section 2.2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wire, Map curve, Merge curve, Evaluate profiles, Fillet wire; Extract variables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curve</dc:title>
  <dc:subject>PptxGenJS Presentation</dc:subject>
  <dc:creator>FeatureScript docs</dc:creator>
  <cp:lastModifiedBy>FeatureScript docs</cp:lastModifiedBy>
  <cp:revision>1</cp:revision>
  <dcterms:created xsi:type="dcterms:W3CDTF">2026-09-26T03:46:05Z</dcterms:created>
  <dcterms:modified xsi:type="dcterms:W3CDTF">2026-09-26T03:46:05Z</dcterms:modified>
</cp:coreProperties>
</file>